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69" r:id="rId3"/>
    <p:sldId id="258" r:id="rId4"/>
    <p:sldId id="268" r:id="rId5"/>
    <p:sldId id="260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70" r:id="rId14"/>
    <p:sldId id="272" r:id="rId15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870385-E64F-409B-B439-E1A89D9D2500}" v="87" dt="2026-03-11T23:28:02.4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150" autoAdjust="0"/>
  </p:normalViewPr>
  <p:slideViewPr>
    <p:cSldViewPr snapToGrid="0">
      <p:cViewPr varScale="1">
        <p:scale>
          <a:sx n="65" d="100"/>
          <a:sy n="65" d="100"/>
        </p:scale>
        <p:origin x="1358" y="2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ANELLA FORTTINI" userId="722d9ecc729dfe72" providerId="LiveId" clId="{7CC94FCB-5B0D-41D4-9556-65BF98B29097}"/>
    <pc:docChg chg="modSld">
      <pc:chgData name="GIANELLA FORTTINI" userId="722d9ecc729dfe72" providerId="LiveId" clId="{7CC94FCB-5B0D-41D4-9556-65BF98B29097}" dt="2026-03-11T23:56:29.871" v="29" actId="20577"/>
      <pc:docMkLst>
        <pc:docMk/>
      </pc:docMkLst>
      <pc:sldChg chg="modSp mod">
        <pc:chgData name="GIANELLA FORTTINI" userId="722d9ecc729dfe72" providerId="LiveId" clId="{7CC94FCB-5B0D-41D4-9556-65BF98B29097}" dt="2026-03-11T23:56:29.871" v="29" actId="20577"/>
        <pc:sldMkLst>
          <pc:docMk/>
          <pc:sldMk cId="1555836826" sldId="257"/>
        </pc:sldMkLst>
        <pc:spChg chg="mod">
          <ac:chgData name="GIANELLA FORTTINI" userId="722d9ecc729dfe72" providerId="LiveId" clId="{7CC94FCB-5B0D-41D4-9556-65BF98B29097}" dt="2026-03-11T23:56:29.871" v="29" actId="20577"/>
          <ac:spMkLst>
            <pc:docMk/>
            <pc:sldMk cId="1555836826" sldId="257"/>
            <ac:spMk id="4" creationId="{42CCDEB0-9C99-A793-DF47-73DDA9D6F19D}"/>
          </ac:spMkLst>
        </pc:spChg>
      </pc:sldChg>
    </pc:docChg>
  </pc:docChgLst>
  <pc:docChgLst>
    <pc:chgData name="Christian Gabriel Gutiérrez Rosales" userId="c356196fdceffeff" providerId="LiveId" clId="{BADD044E-DCBB-4C75-8154-5D4F019F35C6}"/>
    <pc:docChg chg="undo custSel addSld delSld modSld sldOrd">
      <pc:chgData name="Christian Gabriel Gutiérrez Rosales" userId="c356196fdceffeff" providerId="LiveId" clId="{BADD044E-DCBB-4C75-8154-5D4F019F35C6}" dt="2026-03-11T23:29:41.319" v="6039" actId="20577"/>
      <pc:docMkLst>
        <pc:docMk/>
      </pc:docMkLst>
      <pc:sldChg chg="del">
        <pc:chgData name="Christian Gabriel Gutiérrez Rosales" userId="c356196fdceffeff" providerId="LiveId" clId="{BADD044E-DCBB-4C75-8154-5D4F019F35C6}" dt="2026-03-11T22:44:48.555" v="5232" actId="47"/>
        <pc:sldMkLst>
          <pc:docMk/>
          <pc:sldMk cId="3447667442" sldId="256"/>
        </pc:sldMkLst>
      </pc:sldChg>
      <pc:sldChg chg="modSp mod">
        <pc:chgData name="Christian Gabriel Gutiérrez Rosales" userId="c356196fdceffeff" providerId="LiveId" clId="{BADD044E-DCBB-4C75-8154-5D4F019F35C6}" dt="2026-03-11T15:28:15.644" v="2400" actId="20577"/>
        <pc:sldMkLst>
          <pc:docMk/>
          <pc:sldMk cId="1555836826" sldId="257"/>
        </pc:sldMkLst>
        <pc:spChg chg="mod">
          <ac:chgData name="Christian Gabriel Gutiérrez Rosales" userId="c356196fdceffeff" providerId="LiveId" clId="{BADD044E-DCBB-4C75-8154-5D4F019F35C6}" dt="2026-03-11T15:28:15.644" v="2400" actId="20577"/>
          <ac:spMkLst>
            <pc:docMk/>
            <pc:sldMk cId="1555836826" sldId="257"/>
            <ac:spMk id="4" creationId="{42CCDEB0-9C99-A793-DF47-73DDA9D6F19D}"/>
          </ac:spMkLst>
        </pc:spChg>
      </pc:sldChg>
      <pc:sldChg chg="addSp delSp modSp mod ord">
        <pc:chgData name="Christian Gabriel Gutiérrez Rosales" userId="c356196fdceffeff" providerId="LiveId" clId="{BADD044E-DCBB-4C75-8154-5D4F019F35C6}" dt="2026-03-11T22:34:13.768" v="5086"/>
        <pc:sldMkLst>
          <pc:docMk/>
          <pc:sldMk cId="367938564" sldId="258"/>
        </pc:sldMkLst>
        <pc:spChg chg="mod">
          <ac:chgData name="Christian Gabriel Gutiérrez Rosales" userId="c356196fdceffeff" providerId="LiveId" clId="{BADD044E-DCBB-4C75-8154-5D4F019F35C6}" dt="2026-03-11T22:13:30.844" v="4758" actId="6549"/>
          <ac:spMkLst>
            <pc:docMk/>
            <pc:sldMk cId="367938564" sldId="258"/>
            <ac:spMk id="2" creationId="{AC29072C-DB79-87BE-F2C9-0107FFB0C9DD}"/>
          </ac:spMkLst>
        </pc:spChg>
        <pc:spChg chg="del">
          <ac:chgData name="Christian Gabriel Gutiérrez Rosales" userId="c356196fdceffeff" providerId="LiveId" clId="{BADD044E-DCBB-4C75-8154-5D4F019F35C6}" dt="2026-03-11T20:06:22.694" v="3326" actId="478"/>
          <ac:spMkLst>
            <pc:docMk/>
            <pc:sldMk cId="367938564" sldId="258"/>
            <ac:spMk id="3" creationId="{B4669BE5-0025-8D93-4012-F360E7F81581}"/>
          </ac:spMkLst>
        </pc:spChg>
        <pc:spChg chg="add mod">
          <ac:chgData name="Christian Gabriel Gutiérrez Rosales" userId="c356196fdceffeff" providerId="LiveId" clId="{BADD044E-DCBB-4C75-8154-5D4F019F35C6}" dt="2026-03-11T22:32:12.098" v="5050"/>
          <ac:spMkLst>
            <pc:docMk/>
            <pc:sldMk cId="367938564" sldId="258"/>
            <ac:spMk id="6" creationId="{7C7F0B72-A377-E1D7-7361-0E6860AF4020}"/>
          </ac:spMkLst>
        </pc:spChg>
        <pc:spChg chg="add mod">
          <ac:chgData name="Christian Gabriel Gutiérrez Rosales" userId="c356196fdceffeff" providerId="LiveId" clId="{BADD044E-DCBB-4C75-8154-5D4F019F35C6}" dt="2026-03-11T22:32:12.098" v="5050"/>
          <ac:spMkLst>
            <pc:docMk/>
            <pc:sldMk cId="367938564" sldId="258"/>
            <ac:spMk id="7" creationId="{6E9223AD-C3C2-6319-4EE0-FFF68404BA8B}"/>
          </ac:spMkLst>
        </pc:spChg>
        <pc:grpChg chg="add del mod">
          <ac:chgData name="Christian Gabriel Gutiérrez Rosales" userId="c356196fdceffeff" providerId="LiveId" clId="{BADD044E-DCBB-4C75-8154-5D4F019F35C6}" dt="2026-03-11T22:32:14.313" v="5051" actId="478"/>
          <ac:grpSpMkLst>
            <pc:docMk/>
            <pc:sldMk cId="367938564" sldId="258"/>
            <ac:grpSpMk id="5" creationId="{DA3FC508-22B5-5331-14E2-388B58C9894D}"/>
          </ac:grpSpMkLst>
        </pc:grpChg>
        <pc:graphicFrameChg chg="add mod modGraphic">
          <ac:chgData name="Christian Gabriel Gutiérrez Rosales" userId="c356196fdceffeff" providerId="LiveId" clId="{BADD044E-DCBB-4C75-8154-5D4F019F35C6}" dt="2026-03-11T22:32:00.798" v="5049" actId="20577"/>
          <ac:graphicFrameMkLst>
            <pc:docMk/>
            <pc:sldMk cId="367938564" sldId="258"/>
            <ac:graphicFrameMk id="4" creationId="{9F4107B0-5F89-8C24-397B-72AD85B97566}"/>
          </ac:graphicFrameMkLst>
        </pc:graphicFrameChg>
        <pc:graphicFrameChg chg="add mod modGraphic">
          <ac:chgData name="Christian Gabriel Gutiérrez Rosales" userId="c356196fdceffeff" providerId="LiveId" clId="{BADD044E-DCBB-4C75-8154-5D4F019F35C6}" dt="2026-03-11T22:34:13.768" v="5086"/>
          <ac:graphicFrameMkLst>
            <pc:docMk/>
            <pc:sldMk cId="367938564" sldId="258"/>
            <ac:graphicFrameMk id="8" creationId="{1A5A4AEA-6044-1857-DB94-6B2B7AFDAA79}"/>
          </ac:graphicFrameMkLst>
        </pc:graphicFrameChg>
      </pc:sldChg>
      <pc:sldChg chg="addSp delSp modSp mod">
        <pc:chgData name="Christian Gabriel Gutiérrez Rosales" userId="c356196fdceffeff" providerId="LiveId" clId="{BADD044E-DCBB-4C75-8154-5D4F019F35C6}" dt="2026-03-10T00:24:41.331" v="628" actId="1076"/>
        <pc:sldMkLst>
          <pc:docMk/>
          <pc:sldMk cId="3130128669" sldId="259"/>
        </pc:sldMkLst>
        <pc:spChg chg="mod">
          <ac:chgData name="Christian Gabriel Gutiérrez Rosales" userId="c356196fdceffeff" providerId="LiveId" clId="{BADD044E-DCBB-4C75-8154-5D4F019F35C6}" dt="2026-03-09T21:38:33.236" v="604" actId="1076"/>
          <ac:spMkLst>
            <pc:docMk/>
            <pc:sldMk cId="3130128669" sldId="259"/>
            <ac:spMk id="3" creationId="{8BC8EEE5-2C97-A0F9-E73D-1041FC8C5CED}"/>
          </ac:spMkLst>
        </pc:spChg>
        <pc:spChg chg="add mod">
          <ac:chgData name="Christian Gabriel Gutiérrez Rosales" userId="c356196fdceffeff" providerId="LiveId" clId="{BADD044E-DCBB-4C75-8154-5D4F019F35C6}" dt="2026-03-10T00:24:41.331" v="628" actId="1076"/>
          <ac:spMkLst>
            <pc:docMk/>
            <pc:sldMk cId="3130128669" sldId="259"/>
            <ac:spMk id="9" creationId="{895F05F2-34C8-C6C6-9CFF-2F03BAD8B231}"/>
          </ac:spMkLst>
        </pc:spChg>
        <pc:picChg chg="add mod">
          <ac:chgData name="Christian Gabriel Gutiérrez Rosales" userId="c356196fdceffeff" providerId="LiveId" clId="{BADD044E-DCBB-4C75-8154-5D4F019F35C6}" dt="2026-03-10T00:15:10.816" v="605" actId="732"/>
          <ac:picMkLst>
            <pc:docMk/>
            <pc:sldMk cId="3130128669" sldId="259"/>
            <ac:picMk id="2050" creationId="{B5E3B647-D97C-0094-CBD0-EFADA9190380}"/>
          </ac:picMkLst>
        </pc:picChg>
        <pc:picChg chg="add del">
          <ac:chgData name="Christian Gabriel Gutiérrez Rosales" userId="c356196fdceffeff" providerId="LiveId" clId="{BADD044E-DCBB-4C75-8154-5D4F019F35C6}" dt="2026-03-10T00:21:14.929" v="608" actId="478"/>
          <ac:picMkLst>
            <pc:docMk/>
            <pc:sldMk cId="3130128669" sldId="259"/>
            <ac:picMk id="2052" creationId="{E0D8A956-C933-9F4E-E869-EAF4AA119EEA}"/>
          </ac:picMkLst>
        </pc:picChg>
      </pc:sldChg>
      <pc:sldChg chg="modSp mod">
        <pc:chgData name="Christian Gabriel Gutiérrez Rosales" userId="c356196fdceffeff" providerId="LiveId" clId="{BADD044E-DCBB-4C75-8154-5D4F019F35C6}" dt="2026-03-09T20:38:10.243" v="379" actId="1076"/>
        <pc:sldMkLst>
          <pc:docMk/>
          <pc:sldMk cId="892196667" sldId="260"/>
        </pc:sldMkLst>
        <pc:graphicFrameChg chg="mod modGraphic">
          <ac:chgData name="Christian Gabriel Gutiérrez Rosales" userId="c356196fdceffeff" providerId="LiveId" clId="{BADD044E-DCBB-4C75-8154-5D4F019F35C6}" dt="2026-03-09T20:38:10.243" v="379" actId="1076"/>
          <ac:graphicFrameMkLst>
            <pc:docMk/>
            <pc:sldMk cId="892196667" sldId="260"/>
            <ac:graphicFrameMk id="4" creationId="{A8D22190-CAC6-DF62-042A-CDF0BD70DF2A}"/>
          </ac:graphicFrameMkLst>
        </pc:graphicFrameChg>
      </pc:sldChg>
      <pc:sldChg chg="addSp delSp modSp add mod modNotesTx">
        <pc:chgData name="Christian Gabriel Gutiérrez Rosales" userId="c356196fdceffeff" providerId="LiveId" clId="{BADD044E-DCBB-4C75-8154-5D4F019F35C6}" dt="2026-03-10T00:55:03.910" v="1077" actId="478"/>
        <pc:sldMkLst>
          <pc:docMk/>
          <pc:sldMk cId="436895698" sldId="261"/>
        </pc:sldMkLst>
        <pc:spChg chg="del">
          <ac:chgData name="Christian Gabriel Gutiérrez Rosales" userId="c356196fdceffeff" providerId="LiveId" clId="{BADD044E-DCBB-4C75-8154-5D4F019F35C6}" dt="2026-03-10T00:23:17.093" v="610" actId="478"/>
          <ac:spMkLst>
            <pc:docMk/>
            <pc:sldMk cId="436895698" sldId="261"/>
            <ac:spMk id="3" creationId="{4C4D527C-792C-FCE9-BB05-A61E9AD1FEE2}"/>
          </ac:spMkLst>
        </pc:spChg>
        <pc:graphicFrameChg chg="add mod modGraphic">
          <ac:chgData name="Christian Gabriel Gutiérrez Rosales" userId="c356196fdceffeff" providerId="LiveId" clId="{BADD044E-DCBB-4C75-8154-5D4F019F35C6}" dt="2026-03-10T00:42:27.417" v="762" actId="2165"/>
          <ac:graphicFrameMkLst>
            <pc:docMk/>
            <pc:sldMk cId="436895698" sldId="261"/>
            <ac:graphicFrameMk id="4" creationId="{A7675158-3EF3-29CF-034C-E33D8902FADF}"/>
          </ac:graphicFrameMkLst>
        </pc:graphicFrameChg>
        <pc:picChg chg="add del">
          <ac:chgData name="Christian Gabriel Gutiérrez Rosales" userId="c356196fdceffeff" providerId="LiveId" clId="{BADD044E-DCBB-4C75-8154-5D4F019F35C6}" dt="2026-03-10T00:55:03.910" v="1077" actId="478"/>
          <ac:picMkLst>
            <pc:docMk/>
            <pc:sldMk cId="436895698" sldId="261"/>
            <ac:picMk id="6" creationId="{3AA430A7-6530-AC0C-604C-CDF34128F407}"/>
          </ac:picMkLst>
        </pc:picChg>
        <pc:picChg chg="del">
          <ac:chgData name="Christian Gabriel Gutiérrez Rosales" userId="c356196fdceffeff" providerId="LiveId" clId="{BADD044E-DCBB-4C75-8154-5D4F019F35C6}" dt="2026-03-10T00:23:17.809" v="611" actId="478"/>
          <ac:picMkLst>
            <pc:docMk/>
            <pc:sldMk cId="436895698" sldId="261"/>
            <ac:picMk id="2050" creationId="{EA064719-BAD5-114C-871D-631CE1EC718C}"/>
          </ac:picMkLst>
        </pc:picChg>
        <pc:picChg chg="del mod">
          <ac:chgData name="Christian Gabriel Gutiérrez Rosales" userId="c356196fdceffeff" providerId="LiveId" clId="{BADD044E-DCBB-4C75-8154-5D4F019F35C6}" dt="2026-03-10T00:30:09.597" v="629" actId="478"/>
          <ac:picMkLst>
            <pc:docMk/>
            <pc:sldMk cId="436895698" sldId="261"/>
            <ac:picMk id="2052" creationId="{804C2B65-DB3F-2E20-0AAC-49554DC87A4B}"/>
          </ac:picMkLst>
        </pc:picChg>
      </pc:sldChg>
      <pc:sldChg chg="addSp delSp modSp add mod">
        <pc:chgData name="Christian Gabriel Gutiérrez Rosales" userId="c356196fdceffeff" providerId="LiveId" clId="{BADD044E-DCBB-4C75-8154-5D4F019F35C6}" dt="2026-03-10T01:09:41.928" v="1412" actId="20577"/>
        <pc:sldMkLst>
          <pc:docMk/>
          <pc:sldMk cId="2547444796" sldId="262"/>
        </pc:sldMkLst>
        <pc:spChg chg="add mod">
          <ac:chgData name="Christian Gabriel Gutiérrez Rosales" userId="c356196fdceffeff" providerId="LiveId" clId="{BADD044E-DCBB-4C75-8154-5D4F019F35C6}" dt="2026-03-10T01:09:41.928" v="1412" actId="20577"/>
          <ac:spMkLst>
            <pc:docMk/>
            <pc:sldMk cId="2547444796" sldId="262"/>
            <ac:spMk id="3" creationId="{CEFA8032-9C95-1668-ACEF-B37E9EED3E7F}"/>
          </ac:spMkLst>
        </pc:spChg>
        <pc:graphicFrameChg chg="del">
          <ac:chgData name="Christian Gabriel Gutiérrez Rosales" userId="c356196fdceffeff" providerId="LiveId" clId="{BADD044E-DCBB-4C75-8154-5D4F019F35C6}" dt="2026-03-10T00:54:47.384" v="1069" actId="478"/>
          <ac:graphicFrameMkLst>
            <pc:docMk/>
            <pc:sldMk cId="2547444796" sldId="262"/>
            <ac:graphicFrameMk id="4" creationId="{C647F3B2-974B-E7D8-CB6B-FE82EBFD0B69}"/>
          </ac:graphicFrameMkLst>
        </pc:graphicFrameChg>
        <pc:picChg chg="del mod">
          <ac:chgData name="Christian Gabriel Gutiérrez Rosales" userId="c356196fdceffeff" providerId="LiveId" clId="{BADD044E-DCBB-4C75-8154-5D4F019F35C6}" dt="2026-03-10T00:56:06.835" v="1091" actId="478"/>
          <ac:picMkLst>
            <pc:docMk/>
            <pc:sldMk cId="2547444796" sldId="262"/>
            <ac:picMk id="6" creationId="{C6363964-EFB6-28F9-7CAE-596510E6559D}"/>
          </ac:picMkLst>
        </pc:picChg>
      </pc:sldChg>
      <pc:sldChg chg="addSp delSp modSp add mod">
        <pc:chgData name="Christian Gabriel Gutiérrez Rosales" userId="c356196fdceffeff" providerId="LiveId" clId="{BADD044E-DCBB-4C75-8154-5D4F019F35C6}" dt="2026-03-11T22:42:04.035" v="5102" actId="1076"/>
        <pc:sldMkLst>
          <pc:docMk/>
          <pc:sldMk cId="2208460117" sldId="263"/>
        </pc:sldMkLst>
        <pc:picChg chg="add del mod">
          <ac:chgData name="Christian Gabriel Gutiérrez Rosales" userId="c356196fdceffeff" providerId="LiveId" clId="{BADD044E-DCBB-4C75-8154-5D4F019F35C6}" dt="2026-03-11T22:41:49.300" v="5094" actId="478"/>
          <ac:picMkLst>
            <pc:docMk/>
            <pc:sldMk cId="2208460117" sldId="263"/>
            <ac:picMk id="4" creationId="{81EB8AA2-DA48-3B20-74A0-203167192317}"/>
          </ac:picMkLst>
        </pc:picChg>
        <pc:picChg chg="add mod">
          <ac:chgData name="Christian Gabriel Gutiérrez Rosales" userId="c356196fdceffeff" providerId="LiveId" clId="{BADD044E-DCBB-4C75-8154-5D4F019F35C6}" dt="2026-03-11T22:41:33.036" v="5093" actId="1076"/>
          <ac:picMkLst>
            <pc:docMk/>
            <pc:sldMk cId="2208460117" sldId="263"/>
            <ac:picMk id="5" creationId="{46544DB5-1398-7BB5-9535-F224CAD6C000}"/>
          </ac:picMkLst>
        </pc:picChg>
        <pc:picChg chg="del mod">
          <ac:chgData name="Christian Gabriel Gutiérrez Rosales" userId="c356196fdceffeff" providerId="LiveId" clId="{BADD044E-DCBB-4C75-8154-5D4F019F35C6}" dt="2026-03-11T22:41:25.842" v="5089" actId="478"/>
          <ac:picMkLst>
            <pc:docMk/>
            <pc:sldMk cId="2208460117" sldId="263"/>
            <ac:picMk id="6" creationId="{D0253436-C552-D321-ACB8-1A1E21C152B4}"/>
          </ac:picMkLst>
        </pc:picChg>
        <pc:picChg chg="add mod">
          <ac:chgData name="Christian Gabriel Gutiérrez Rosales" userId="c356196fdceffeff" providerId="LiveId" clId="{BADD044E-DCBB-4C75-8154-5D4F019F35C6}" dt="2026-03-11T22:42:04.035" v="5102" actId="1076"/>
          <ac:picMkLst>
            <pc:docMk/>
            <pc:sldMk cId="2208460117" sldId="263"/>
            <ac:picMk id="8" creationId="{86BD060E-025C-6A17-85F7-3103C51AFB71}"/>
          </ac:picMkLst>
        </pc:picChg>
      </pc:sldChg>
      <pc:sldChg chg="addSp delSp modSp add mod">
        <pc:chgData name="Christian Gabriel Gutiérrez Rosales" userId="c356196fdceffeff" providerId="LiveId" clId="{BADD044E-DCBB-4C75-8154-5D4F019F35C6}" dt="2026-03-11T22:44:11.544" v="5225" actId="20577"/>
        <pc:sldMkLst>
          <pc:docMk/>
          <pc:sldMk cId="2465876188" sldId="264"/>
        </pc:sldMkLst>
        <pc:spChg chg="mod">
          <ac:chgData name="Christian Gabriel Gutiérrez Rosales" userId="c356196fdceffeff" providerId="LiveId" clId="{BADD044E-DCBB-4C75-8154-5D4F019F35C6}" dt="2026-03-10T01:10:52.076" v="1452" actId="20577"/>
          <ac:spMkLst>
            <pc:docMk/>
            <pc:sldMk cId="2465876188" sldId="264"/>
            <ac:spMk id="2" creationId="{670E072D-CFBB-EE09-B373-AAA1A146445C}"/>
          </ac:spMkLst>
        </pc:spChg>
        <pc:spChg chg="del">
          <ac:chgData name="Christian Gabriel Gutiérrez Rosales" userId="c356196fdceffeff" providerId="LiveId" clId="{BADD044E-DCBB-4C75-8154-5D4F019F35C6}" dt="2026-03-10T01:11:02.500" v="1454" actId="478"/>
          <ac:spMkLst>
            <pc:docMk/>
            <pc:sldMk cId="2465876188" sldId="264"/>
            <ac:spMk id="3" creationId="{97337A31-A89C-0E92-54EA-BA2E1FA12F69}"/>
          </ac:spMkLst>
        </pc:spChg>
        <pc:spChg chg="add mod">
          <ac:chgData name="Christian Gabriel Gutiérrez Rosales" userId="c356196fdceffeff" providerId="LiveId" clId="{BADD044E-DCBB-4C75-8154-5D4F019F35C6}" dt="2026-03-11T22:44:11.544" v="5225" actId="20577"/>
          <ac:spMkLst>
            <pc:docMk/>
            <pc:sldMk cId="2465876188" sldId="264"/>
            <ac:spMk id="4" creationId="{0A150B1C-4888-3462-80CE-210EE06580E4}"/>
          </ac:spMkLst>
        </pc:spChg>
        <pc:spChg chg="del">
          <ac:chgData name="Christian Gabriel Gutiérrez Rosales" userId="c356196fdceffeff" providerId="LiveId" clId="{BADD044E-DCBB-4C75-8154-5D4F019F35C6}" dt="2026-03-10T01:10:57.885" v="1453" actId="478"/>
          <ac:spMkLst>
            <pc:docMk/>
            <pc:sldMk cId="2465876188" sldId="264"/>
            <ac:spMk id="9" creationId="{A457D7D9-2E40-5DBB-1603-EEE75BF0170A}"/>
          </ac:spMkLst>
        </pc:spChg>
        <pc:picChg chg="add del mod">
          <ac:chgData name="Christian Gabriel Gutiérrez Rosales" userId="c356196fdceffeff" providerId="LiveId" clId="{BADD044E-DCBB-4C75-8154-5D4F019F35C6}" dt="2026-03-11T22:42:40.161" v="5103" actId="478"/>
          <ac:picMkLst>
            <pc:docMk/>
            <pc:sldMk cId="2465876188" sldId="264"/>
            <ac:picMk id="5" creationId="{F08FE363-875C-5136-FDB6-86439298C22A}"/>
          </ac:picMkLst>
        </pc:picChg>
        <pc:picChg chg="add del mod">
          <ac:chgData name="Christian Gabriel Gutiérrez Rosales" userId="c356196fdceffeff" providerId="LiveId" clId="{BADD044E-DCBB-4C75-8154-5D4F019F35C6}" dt="2026-03-11T16:49:54.528" v="2710" actId="478"/>
          <ac:picMkLst>
            <pc:docMk/>
            <pc:sldMk cId="2465876188" sldId="264"/>
            <ac:picMk id="6" creationId="{ABD33028-ADB7-959D-3B35-60A593AAFB3E}"/>
          </ac:picMkLst>
        </pc:picChg>
        <pc:picChg chg="add mod">
          <ac:chgData name="Christian Gabriel Gutiérrez Rosales" userId="c356196fdceffeff" providerId="LiveId" clId="{BADD044E-DCBB-4C75-8154-5D4F019F35C6}" dt="2026-03-11T22:42:57.805" v="5110" actId="1076"/>
          <ac:picMkLst>
            <pc:docMk/>
            <pc:sldMk cId="2465876188" sldId="264"/>
            <ac:picMk id="8" creationId="{B489A4EE-86D3-728F-6615-02C2F195571F}"/>
          </ac:picMkLst>
        </pc:picChg>
        <pc:picChg chg="del">
          <ac:chgData name="Christian Gabriel Gutiérrez Rosales" userId="c356196fdceffeff" providerId="LiveId" clId="{BADD044E-DCBB-4C75-8154-5D4F019F35C6}" dt="2026-03-10T01:11:02.500" v="1454" actId="478"/>
          <ac:picMkLst>
            <pc:docMk/>
            <pc:sldMk cId="2465876188" sldId="264"/>
            <ac:picMk id="2050" creationId="{C3B3EE51-09AB-E6F1-8C46-146C3D9037D4}"/>
          </ac:picMkLst>
        </pc:picChg>
      </pc:sldChg>
      <pc:sldChg chg="addSp delSp modSp add mod">
        <pc:chgData name="Christian Gabriel Gutiérrez Rosales" userId="c356196fdceffeff" providerId="LiveId" clId="{BADD044E-DCBB-4C75-8154-5D4F019F35C6}" dt="2026-03-11T22:51:17.767" v="5270" actId="20577"/>
        <pc:sldMkLst>
          <pc:docMk/>
          <pc:sldMk cId="1738778865" sldId="265"/>
        </pc:sldMkLst>
        <pc:spChg chg="mod">
          <ac:chgData name="Christian Gabriel Gutiérrez Rosales" userId="c356196fdceffeff" providerId="LiveId" clId="{BADD044E-DCBB-4C75-8154-5D4F019F35C6}" dt="2026-03-11T22:51:17.767" v="5270" actId="20577"/>
          <ac:spMkLst>
            <pc:docMk/>
            <pc:sldMk cId="1738778865" sldId="265"/>
            <ac:spMk id="4" creationId="{DCF37F20-BF58-515C-491B-FDBA6C38D779}"/>
          </ac:spMkLst>
        </pc:spChg>
        <pc:picChg chg="add del mod">
          <ac:chgData name="Christian Gabriel Gutiérrez Rosales" userId="c356196fdceffeff" providerId="LiveId" clId="{BADD044E-DCBB-4C75-8154-5D4F019F35C6}" dt="2026-03-11T16:51:09.030" v="2715" actId="478"/>
          <ac:picMkLst>
            <pc:docMk/>
            <pc:sldMk cId="1738778865" sldId="265"/>
            <ac:picMk id="5" creationId="{F6078DCB-D69B-95F2-C26A-51F479E0CBB6}"/>
          </ac:picMkLst>
        </pc:picChg>
        <pc:picChg chg="del">
          <ac:chgData name="Christian Gabriel Gutiérrez Rosales" userId="c356196fdceffeff" providerId="LiveId" clId="{BADD044E-DCBB-4C75-8154-5D4F019F35C6}" dt="2026-03-10T01:57:05.769" v="2119" actId="478"/>
          <ac:picMkLst>
            <pc:docMk/>
            <pc:sldMk cId="1738778865" sldId="265"/>
            <ac:picMk id="6" creationId="{58B17263-01D8-A35B-41B5-C16BED70C67E}"/>
          </ac:picMkLst>
        </pc:picChg>
        <pc:picChg chg="add del mod">
          <ac:chgData name="Christian Gabriel Gutiérrez Rosales" userId="c356196fdceffeff" providerId="LiveId" clId="{BADD044E-DCBB-4C75-8154-5D4F019F35C6}" dt="2026-03-11T22:44:28.931" v="5226" actId="478"/>
          <ac:picMkLst>
            <pc:docMk/>
            <pc:sldMk cId="1738778865" sldId="265"/>
            <ac:picMk id="6" creationId="{88F0633C-ADCD-F332-666B-3C8BEBA81270}"/>
          </ac:picMkLst>
        </pc:picChg>
        <pc:picChg chg="add mod">
          <ac:chgData name="Christian Gabriel Gutiérrez Rosales" userId="c356196fdceffeff" providerId="LiveId" clId="{BADD044E-DCBB-4C75-8154-5D4F019F35C6}" dt="2026-03-11T22:44:41.813" v="5231" actId="1076"/>
          <ac:picMkLst>
            <pc:docMk/>
            <pc:sldMk cId="1738778865" sldId="265"/>
            <ac:picMk id="8" creationId="{E9C9B4F2-6F99-7FAE-1112-9B084BA06DA2}"/>
          </ac:picMkLst>
        </pc:picChg>
      </pc:sldChg>
      <pc:sldChg chg="addSp delSp modSp add mod">
        <pc:chgData name="Christian Gabriel Gutiérrez Rosales" userId="c356196fdceffeff" providerId="LiveId" clId="{BADD044E-DCBB-4C75-8154-5D4F019F35C6}" dt="2026-03-11T23:05:10.691" v="5450" actId="207"/>
        <pc:sldMkLst>
          <pc:docMk/>
          <pc:sldMk cId="231072364" sldId="266"/>
        </pc:sldMkLst>
        <pc:spChg chg="mod">
          <ac:chgData name="Christian Gabriel Gutiérrez Rosales" userId="c356196fdceffeff" providerId="LiveId" clId="{BADD044E-DCBB-4C75-8154-5D4F019F35C6}" dt="2026-03-11T16:32:13.888" v="2708" actId="20577"/>
          <ac:spMkLst>
            <pc:docMk/>
            <pc:sldMk cId="231072364" sldId="266"/>
            <ac:spMk id="2" creationId="{69CF5865-9876-5199-D9F9-3022F04805C2}"/>
          </ac:spMkLst>
        </pc:spChg>
        <pc:spChg chg="add del mod">
          <ac:chgData name="Christian Gabriel Gutiérrez Rosales" userId="c356196fdceffeff" providerId="LiveId" clId="{BADD044E-DCBB-4C75-8154-5D4F019F35C6}" dt="2026-03-11T17:31:22.773" v="3044"/>
          <ac:spMkLst>
            <pc:docMk/>
            <pc:sldMk cId="231072364" sldId="266"/>
            <ac:spMk id="4" creationId="{C89F6A79-8737-04F6-A3CA-AAE254EB727C}"/>
          </ac:spMkLst>
        </pc:spChg>
        <pc:spChg chg="add mod">
          <ac:chgData name="Christian Gabriel Gutiérrez Rosales" userId="c356196fdceffeff" providerId="LiveId" clId="{BADD044E-DCBB-4C75-8154-5D4F019F35C6}" dt="2026-03-11T23:03:46.177" v="5426" actId="255"/>
          <ac:spMkLst>
            <pc:docMk/>
            <pc:sldMk cId="231072364" sldId="266"/>
            <ac:spMk id="6" creationId="{65315FBE-5782-B08F-934B-F9B1DEBC721E}"/>
          </ac:spMkLst>
        </pc:spChg>
        <pc:spChg chg="add mod">
          <ac:chgData name="Christian Gabriel Gutiérrez Rosales" userId="c356196fdceffeff" providerId="LiveId" clId="{BADD044E-DCBB-4C75-8154-5D4F019F35C6}" dt="2026-03-11T23:03:46.177" v="5426" actId="255"/>
          <ac:spMkLst>
            <pc:docMk/>
            <pc:sldMk cId="231072364" sldId="266"/>
            <ac:spMk id="8" creationId="{F71BD842-3C37-A762-E12B-C5295080DBF1}"/>
          </ac:spMkLst>
        </pc:spChg>
        <pc:spChg chg="add mod">
          <ac:chgData name="Christian Gabriel Gutiérrez Rosales" userId="c356196fdceffeff" providerId="LiveId" clId="{BADD044E-DCBB-4C75-8154-5D4F019F35C6}" dt="2026-03-11T23:03:52.350" v="5428" actId="1076"/>
          <ac:spMkLst>
            <pc:docMk/>
            <pc:sldMk cId="231072364" sldId="266"/>
            <ac:spMk id="9" creationId="{1F5F018B-DF34-6C6E-19EB-1522EE6833F9}"/>
          </ac:spMkLst>
        </pc:spChg>
        <pc:spChg chg="add mod">
          <ac:chgData name="Christian Gabriel Gutiérrez Rosales" userId="c356196fdceffeff" providerId="LiveId" clId="{BADD044E-DCBB-4C75-8154-5D4F019F35C6}" dt="2026-03-11T23:05:10.691" v="5450" actId="207"/>
          <ac:spMkLst>
            <pc:docMk/>
            <pc:sldMk cId="231072364" sldId="266"/>
            <ac:spMk id="11" creationId="{B949907C-91C5-F3D7-24D7-6856BCC972D1}"/>
          </ac:spMkLst>
        </pc:spChg>
        <pc:graphicFrameChg chg="add mod modGraphic">
          <ac:chgData name="Christian Gabriel Gutiérrez Rosales" userId="c356196fdceffeff" providerId="LiveId" clId="{BADD044E-DCBB-4C75-8154-5D4F019F35C6}" dt="2026-03-11T23:03:04.870" v="5419" actId="478"/>
          <ac:graphicFrameMkLst>
            <pc:docMk/>
            <pc:sldMk cId="231072364" sldId="266"/>
            <ac:graphicFrameMk id="3" creationId="{995EC929-809B-8367-0B63-E3AA3B9BA382}"/>
          </ac:graphicFrameMkLst>
        </pc:graphicFrameChg>
        <pc:picChg chg="del">
          <ac:chgData name="Christian Gabriel Gutiérrez Rosales" userId="c356196fdceffeff" providerId="LiveId" clId="{BADD044E-DCBB-4C75-8154-5D4F019F35C6}" dt="2026-03-11T16:32:19.029" v="2709" actId="478"/>
          <ac:picMkLst>
            <pc:docMk/>
            <pc:sldMk cId="231072364" sldId="266"/>
            <ac:picMk id="5" creationId="{C0BC98DC-5FF3-1573-6E1A-DD0D3812142A}"/>
          </ac:picMkLst>
        </pc:picChg>
      </pc:sldChg>
      <pc:sldChg chg="add del">
        <pc:chgData name="Christian Gabriel Gutiérrez Rosales" userId="c356196fdceffeff" providerId="LiveId" clId="{BADD044E-DCBB-4C75-8154-5D4F019F35C6}" dt="2026-03-11T20:05:05.761" v="3174" actId="47"/>
        <pc:sldMkLst>
          <pc:docMk/>
          <pc:sldMk cId="2088252445" sldId="267"/>
        </pc:sldMkLst>
      </pc:sldChg>
      <pc:sldChg chg="add ord">
        <pc:chgData name="Christian Gabriel Gutiérrez Rosales" userId="c356196fdceffeff" providerId="LiveId" clId="{BADD044E-DCBB-4C75-8154-5D4F019F35C6}" dt="2026-03-11T20:05:04.113" v="3173"/>
        <pc:sldMkLst>
          <pc:docMk/>
          <pc:sldMk cId="565589234" sldId="268"/>
        </pc:sldMkLst>
      </pc:sldChg>
      <pc:sldChg chg="modSp add mod ord">
        <pc:chgData name="Christian Gabriel Gutiérrez Rosales" userId="c356196fdceffeff" providerId="LiveId" clId="{BADD044E-DCBB-4C75-8154-5D4F019F35C6}" dt="2026-03-11T23:05:53.775" v="5453" actId="20577"/>
        <pc:sldMkLst>
          <pc:docMk/>
          <pc:sldMk cId="1245880491" sldId="269"/>
        </pc:sldMkLst>
        <pc:spChg chg="mod">
          <ac:chgData name="Christian Gabriel Gutiérrez Rosales" userId="c356196fdceffeff" providerId="LiveId" clId="{BADD044E-DCBB-4C75-8154-5D4F019F35C6}" dt="2026-03-11T23:05:53.775" v="5453" actId="20577"/>
          <ac:spMkLst>
            <pc:docMk/>
            <pc:sldMk cId="1245880491" sldId="269"/>
            <ac:spMk id="2" creationId="{CFF1CF76-04D5-9AE0-787F-AB8B3872A952}"/>
          </ac:spMkLst>
        </pc:spChg>
      </pc:sldChg>
      <pc:sldChg chg="add del">
        <pc:chgData name="Christian Gabriel Gutiérrez Rosales" userId="c356196fdceffeff" providerId="LiveId" clId="{BADD044E-DCBB-4C75-8154-5D4F019F35C6}" dt="2026-03-11T20:06:10.212" v="3316"/>
        <pc:sldMkLst>
          <pc:docMk/>
          <pc:sldMk cId="2314195390" sldId="269"/>
        </pc:sldMkLst>
      </pc:sldChg>
      <pc:sldChg chg="addSp delSp modSp add mod">
        <pc:chgData name="Christian Gabriel Gutiérrez Rosales" userId="c356196fdceffeff" providerId="LiveId" clId="{BADD044E-DCBB-4C75-8154-5D4F019F35C6}" dt="2026-03-11T23:28:50.040" v="6030" actId="11"/>
        <pc:sldMkLst>
          <pc:docMk/>
          <pc:sldMk cId="2247159948" sldId="270"/>
        </pc:sldMkLst>
        <pc:spChg chg="mod">
          <ac:chgData name="Christian Gabriel Gutiérrez Rosales" userId="c356196fdceffeff" providerId="LiveId" clId="{BADD044E-DCBB-4C75-8154-5D4F019F35C6}" dt="2026-03-11T23:06:16.030" v="5467" actId="20577"/>
          <ac:spMkLst>
            <pc:docMk/>
            <pc:sldMk cId="2247159948" sldId="270"/>
            <ac:spMk id="2" creationId="{306D99C1-40AD-34BF-6F13-FA6DD7EC256A}"/>
          </ac:spMkLst>
        </pc:spChg>
        <pc:spChg chg="add mod">
          <ac:chgData name="Christian Gabriel Gutiérrez Rosales" userId="c356196fdceffeff" providerId="LiveId" clId="{BADD044E-DCBB-4C75-8154-5D4F019F35C6}" dt="2026-03-11T23:28:50.040" v="6030" actId="11"/>
          <ac:spMkLst>
            <pc:docMk/>
            <pc:sldMk cId="2247159948" sldId="270"/>
            <ac:spMk id="4" creationId="{4044EB95-34DB-6117-6449-95FAA121C4A0}"/>
          </ac:spMkLst>
        </pc:spChg>
        <pc:spChg chg="del">
          <ac:chgData name="Christian Gabriel Gutiérrez Rosales" userId="c356196fdceffeff" providerId="LiveId" clId="{BADD044E-DCBB-4C75-8154-5D4F019F35C6}" dt="2026-03-11T23:09:01.664" v="5510" actId="478"/>
          <ac:spMkLst>
            <pc:docMk/>
            <pc:sldMk cId="2247159948" sldId="270"/>
            <ac:spMk id="6" creationId="{E2EF5DF1-DD90-84FA-E443-F1DEC979B013}"/>
          </ac:spMkLst>
        </pc:spChg>
        <pc:spChg chg="del">
          <ac:chgData name="Christian Gabriel Gutiérrez Rosales" userId="c356196fdceffeff" providerId="LiveId" clId="{BADD044E-DCBB-4C75-8154-5D4F019F35C6}" dt="2026-03-11T23:09:01.664" v="5510" actId="478"/>
          <ac:spMkLst>
            <pc:docMk/>
            <pc:sldMk cId="2247159948" sldId="270"/>
            <ac:spMk id="8" creationId="{CF2C53E9-9CEE-855D-3AB9-6A07D769185F}"/>
          </ac:spMkLst>
        </pc:spChg>
        <pc:spChg chg="del">
          <ac:chgData name="Christian Gabriel Gutiérrez Rosales" userId="c356196fdceffeff" providerId="LiveId" clId="{BADD044E-DCBB-4C75-8154-5D4F019F35C6}" dt="2026-03-11T23:09:01.664" v="5510" actId="478"/>
          <ac:spMkLst>
            <pc:docMk/>
            <pc:sldMk cId="2247159948" sldId="270"/>
            <ac:spMk id="9" creationId="{CC13399D-8877-80A4-9971-458A10644954}"/>
          </ac:spMkLst>
        </pc:spChg>
        <pc:spChg chg="del">
          <ac:chgData name="Christian Gabriel Gutiérrez Rosales" userId="c356196fdceffeff" providerId="LiveId" clId="{BADD044E-DCBB-4C75-8154-5D4F019F35C6}" dt="2026-03-11T23:09:01.664" v="5510" actId="478"/>
          <ac:spMkLst>
            <pc:docMk/>
            <pc:sldMk cId="2247159948" sldId="270"/>
            <ac:spMk id="11" creationId="{637E5250-5CE6-AF32-E7B2-C0206EEAFF35}"/>
          </ac:spMkLst>
        </pc:spChg>
        <pc:graphicFrameChg chg="del">
          <ac:chgData name="Christian Gabriel Gutiérrez Rosales" userId="c356196fdceffeff" providerId="LiveId" clId="{BADD044E-DCBB-4C75-8154-5D4F019F35C6}" dt="2026-03-11T23:09:01.664" v="5510" actId="478"/>
          <ac:graphicFrameMkLst>
            <pc:docMk/>
            <pc:sldMk cId="2247159948" sldId="270"/>
            <ac:graphicFrameMk id="3" creationId="{222E4A62-25D2-1021-4D3D-C1AFFEB3C93E}"/>
          </ac:graphicFrameMkLst>
        </pc:graphicFrameChg>
      </pc:sldChg>
      <pc:sldChg chg="modSp add del mod">
        <pc:chgData name="Christian Gabriel Gutiérrez Rosales" userId="c356196fdceffeff" providerId="LiveId" clId="{BADD044E-DCBB-4C75-8154-5D4F019F35C6}" dt="2026-03-11T23:22:17.448" v="5716" actId="47"/>
        <pc:sldMkLst>
          <pc:docMk/>
          <pc:sldMk cId="1749808806" sldId="271"/>
        </pc:sldMkLst>
        <pc:spChg chg="mod">
          <ac:chgData name="Christian Gabriel Gutiérrez Rosales" userId="c356196fdceffeff" providerId="LiveId" clId="{BADD044E-DCBB-4C75-8154-5D4F019F35C6}" dt="2026-03-11T23:06:30.037" v="5509" actId="20577"/>
          <ac:spMkLst>
            <pc:docMk/>
            <pc:sldMk cId="1749808806" sldId="271"/>
            <ac:spMk id="2" creationId="{438E462A-D0F4-D703-48D1-DFA6CA3B5140}"/>
          </ac:spMkLst>
        </pc:spChg>
      </pc:sldChg>
      <pc:sldChg chg="modSp add mod">
        <pc:chgData name="Christian Gabriel Gutiérrez Rosales" userId="c356196fdceffeff" providerId="LiveId" clId="{BADD044E-DCBB-4C75-8154-5D4F019F35C6}" dt="2026-03-11T23:29:41.319" v="6039" actId="20577"/>
        <pc:sldMkLst>
          <pc:docMk/>
          <pc:sldMk cId="1733745857" sldId="272"/>
        </pc:sldMkLst>
        <pc:spChg chg="mod">
          <ac:chgData name="Christian Gabriel Gutiérrez Rosales" userId="c356196fdceffeff" providerId="LiveId" clId="{BADD044E-DCBB-4C75-8154-5D4F019F35C6}" dt="2026-03-11T23:22:27.649" v="5734" actId="20577"/>
          <ac:spMkLst>
            <pc:docMk/>
            <pc:sldMk cId="1733745857" sldId="272"/>
            <ac:spMk id="2" creationId="{87BF8593-2864-188E-529E-3D33D26D6C0B}"/>
          </ac:spMkLst>
        </pc:spChg>
        <pc:spChg chg="mod">
          <ac:chgData name="Christian Gabriel Gutiérrez Rosales" userId="c356196fdceffeff" providerId="LiveId" clId="{BADD044E-DCBB-4C75-8154-5D4F019F35C6}" dt="2026-03-11T23:29:41.319" v="6039" actId="20577"/>
          <ac:spMkLst>
            <pc:docMk/>
            <pc:sldMk cId="1733745857" sldId="272"/>
            <ac:spMk id="4" creationId="{7D6F6908-9861-61C6-7FB2-2F738B597AB8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AD1CA8-9234-4414-8207-EBCD716ACFEF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51ADF1AE-42EC-455D-9F69-B1E455E4242D}">
      <dgm:prSet phldrT="[Text]" phldr="0" custT="1"/>
      <dgm:spPr/>
      <dgm:t>
        <a:bodyPr/>
        <a:lstStyle/>
        <a:p>
          <a:r>
            <a:rPr lang="es-PE" sz="1400" b="0" dirty="0"/>
            <a:t>1. Documentos Corpus:</a:t>
          </a:r>
        </a:p>
        <a:p>
          <a:r>
            <a:rPr lang="es-PE" sz="1400" b="0" dirty="0"/>
            <a:t>Uso del </a:t>
          </a:r>
          <a:r>
            <a:rPr lang="es-PE" sz="1400" b="0" dirty="0" err="1"/>
            <a:t>dataset</a:t>
          </a:r>
          <a:r>
            <a:rPr lang="es-PE" sz="1400" b="0" dirty="0"/>
            <a:t> MS Marco</a:t>
          </a:r>
        </a:p>
      </dgm:t>
    </dgm:pt>
    <dgm:pt modelId="{F7BBABA2-6237-4934-A981-50D31B3F83A8}" type="parTrans" cxnId="{EDA5D0E1-ACDD-41F1-8B3C-10C2522E49B2}">
      <dgm:prSet/>
      <dgm:spPr/>
      <dgm:t>
        <a:bodyPr/>
        <a:lstStyle/>
        <a:p>
          <a:endParaRPr lang="es-PE" sz="1400" b="0"/>
        </a:p>
      </dgm:t>
    </dgm:pt>
    <dgm:pt modelId="{515479B1-08BC-4973-8161-ABA72E151589}" type="sibTrans" cxnId="{EDA5D0E1-ACDD-41F1-8B3C-10C2522E49B2}">
      <dgm:prSet custT="1"/>
      <dgm:spPr/>
      <dgm:t>
        <a:bodyPr/>
        <a:lstStyle/>
        <a:p>
          <a:endParaRPr lang="es-PE" sz="1400" b="0"/>
        </a:p>
      </dgm:t>
    </dgm:pt>
    <dgm:pt modelId="{8EF21436-1B4D-4C27-92C9-C866AEA2E938}">
      <dgm:prSet phldrT="[Text]" phldr="0" custT="1"/>
      <dgm:spPr/>
      <dgm:t>
        <a:bodyPr/>
        <a:lstStyle/>
        <a:p>
          <a:r>
            <a:rPr lang="es-PE" sz="1400" b="0" dirty="0"/>
            <a:t>2. </a:t>
          </a:r>
          <a:r>
            <a:rPr lang="es-PE" sz="1400" b="0" dirty="0" err="1"/>
            <a:t>Chunking</a:t>
          </a:r>
          <a:r>
            <a:rPr lang="es-PE" sz="1400" b="0" dirty="0"/>
            <a:t> + </a:t>
          </a:r>
          <a:r>
            <a:rPr lang="es-PE" sz="1400" b="0" dirty="0" err="1"/>
            <a:t>Overlap</a:t>
          </a:r>
          <a:r>
            <a:rPr lang="es-PE" sz="1400" b="0" dirty="0"/>
            <a:t>:</a:t>
          </a:r>
        </a:p>
        <a:p>
          <a:r>
            <a:rPr lang="es-PE" sz="1400" b="0" dirty="0" err="1"/>
            <a:t>Chunk</a:t>
          </a:r>
          <a:r>
            <a:rPr lang="es-PE" sz="1400" b="0" dirty="0"/>
            <a:t> </a:t>
          </a:r>
          <a:r>
            <a:rPr lang="es-PE" sz="1400" b="0" dirty="0" err="1"/>
            <a:t>size</a:t>
          </a:r>
          <a:r>
            <a:rPr lang="es-PE" sz="1400" b="0" dirty="0"/>
            <a:t>: 80, </a:t>
          </a:r>
          <a:r>
            <a:rPr lang="es-PE" sz="1400" b="0" dirty="0" err="1"/>
            <a:t>Overlap</a:t>
          </a:r>
          <a:r>
            <a:rPr lang="es-PE" sz="1400" b="0" dirty="0"/>
            <a:t>: 20</a:t>
          </a:r>
        </a:p>
      </dgm:t>
    </dgm:pt>
    <dgm:pt modelId="{5AF03D8B-2D67-4455-96C6-41C93CBAF3CF}" type="parTrans" cxnId="{55233725-A6AE-481A-A5F5-CFBFCCA60A56}">
      <dgm:prSet/>
      <dgm:spPr/>
      <dgm:t>
        <a:bodyPr/>
        <a:lstStyle/>
        <a:p>
          <a:endParaRPr lang="es-PE" sz="1400" b="0"/>
        </a:p>
      </dgm:t>
    </dgm:pt>
    <dgm:pt modelId="{3981F79A-81B9-4ED1-80F8-746E646226D3}" type="sibTrans" cxnId="{55233725-A6AE-481A-A5F5-CFBFCCA60A56}">
      <dgm:prSet custT="1"/>
      <dgm:spPr/>
      <dgm:t>
        <a:bodyPr/>
        <a:lstStyle/>
        <a:p>
          <a:endParaRPr lang="es-PE" sz="1400" b="0"/>
        </a:p>
      </dgm:t>
    </dgm:pt>
    <dgm:pt modelId="{F6CBBFE0-31D8-4DA0-9122-A1999E44216A}">
      <dgm:prSet phldrT="[Text]" phldr="0" custT="1"/>
      <dgm:spPr/>
      <dgm:t>
        <a:bodyPr/>
        <a:lstStyle/>
        <a:p>
          <a:r>
            <a:rPr lang="es-PE" sz="1400" b="0" dirty="0"/>
            <a:t>3. Indexación vectorial (</a:t>
          </a:r>
          <a:r>
            <a:rPr lang="es-PE" sz="1400" b="0" dirty="0" err="1"/>
            <a:t>Embeddings</a:t>
          </a:r>
          <a:r>
            <a:rPr lang="es-PE" sz="1400" b="0" dirty="0"/>
            <a:t>): BAAI/bge-large-en-v1.5</a:t>
          </a:r>
        </a:p>
      </dgm:t>
    </dgm:pt>
    <dgm:pt modelId="{BC169BE0-CE89-46D9-9919-D3DC650FA52E}" type="parTrans" cxnId="{E32B6E0A-C64C-4759-947F-29971CB70C70}">
      <dgm:prSet/>
      <dgm:spPr/>
      <dgm:t>
        <a:bodyPr/>
        <a:lstStyle/>
        <a:p>
          <a:endParaRPr lang="es-PE" sz="1400" b="0"/>
        </a:p>
      </dgm:t>
    </dgm:pt>
    <dgm:pt modelId="{A84BDE81-D7D7-499B-8E28-25AA8BA265BA}" type="sibTrans" cxnId="{E32B6E0A-C64C-4759-947F-29971CB70C70}">
      <dgm:prSet custT="1"/>
      <dgm:spPr/>
      <dgm:t>
        <a:bodyPr/>
        <a:lstStyle/>
        <a:p>
          <a:endParaRPr lang="es-PE" sz="1400" b="0"/>
        </a:p>
      </dgm:t>
    </dgm:pt>
    <dgm:pt modelId="{052EF90A-9F78-47CC-A7EC-ABF35F4E672C}">
      <dgm:prSet phldrT="[Text]" phldr="0" custT="1"/>
      <dgm:spPr/>
      <dgm:t>
        <a:bodyPr/>
        <a:lstStyle/>
        <a:p>
          <a:r>
            <a:rPr lang="es-PE" sz="1400" b="0" i="0" dirty="0"/>
            <a:t>4. FAISS HNSW</a:t>
          </a:r>
          <a:endParaRPr lang="es-PE" sz="1400" b="0" dirty="0"/>
        </a:p>
      </dgm:t>
    </dgm:pt>
    <dgm:pt modelId="{0170D24C-A5BD-4EF4-95FB-26F3DDD4DF3F}" type="parTrans" cxnId="{F74420FC-04A5-4A7B-ABA1-ABB48D3639CA}">
      <dgm:prSet/>
      <dgm:spPr/>
      <dgm:t>
        <a:bodyPr/>
        <a:lstStyle/>
        <a:p>
          <a:endParaRPr lang="es-PE" sz="1400" b="0"/>
        </a:p>
      </dgm:t>
    </dgm:pt>
    <dgm:pt modelId="{97967938-54D9-45D2-9E54-D9E44BC66FD0}" type="sibTrans" cxnId="{F74420FC-04A5-4A7B-ABA1-ABB48D3639CA}">
      <dgm:prSet custT="1"/>
      <dgm:spPr/>
      <dgm:t>
        <a:bodyPr/>
        <a:lstStyle/>
        <a:p>
          <a:endParaRPr lang="es-PE" sz="1400" b="0"/>
        </a:p>
      </dgm:t>
    </dgm:pt>
    <dgm:pt modelId="{74FE506A-A6AB-43AF-9341-30679B10E41E}">
      <dgm:prSet phldrT="[Text]" phldr="0" custT="1"/>
      <dgm:spPr/>
      <dgm:t>
        <a:bodyPr/>
        <a:lstStyle/>
        <a:p>
          <a:r>
            <a:rPr lang="es-PE" sz="1400" b="0" dirty="0"/>
            <a:t>5. </a:t>
          </a:r>
          <a:r>
            <a:rPr lang="es-PE" sz="1400" b="0" dirty="0" err="1"/>
            <a:t>Retrieval</a:t>
          </a:r>
          <a:endParaRPr lang="es-PE" sz="1400" b="0" dirty="0"/>
        </a:p>
      </dgm:t>
    </dgm:pt>
    <dgm:pt modelId="{4A93F4C5-54A1-430E-BE1C-AD5151EBCD42}" type="parTrans" cxnId="{66644DFF-5D2F-4FCA-A367-D74E3114A009}">
      <dgm:prSet/>
      <dgm:spPr/>
      <dgm:t>
        <a:bodyPr/>
        <a:lstStyle/>
        <a:p>
          <a:endParaRPr lang="es-PE" sz="1400" b="0"/>
        </a:p>
      </dgm:t>
    </dgm:pt>
    <dgm:pt modelId="{742F4EE3-71C1-47D1-BAD0-E0E90032A413}" type="sibTrans" cxnId="{66644DFF-5D2F-4FCA-A367-D74E3114A009}">
      <dgm:prSet/>
      <dgm:spPr/>
      <dgm:t>
        <a:bodyPr/>
        <a:lstStyle/>
        <a:p>
          <a:endParaRPr lang="es-PE" sz="1400" b="0"/>
        </a:p>
      </dgm:t>
    </dgm:pt>
    <dgm:pt modelId="{DB18DF8B-8DAE-4ED9-9FF9-676BB03C66AF}">
      <dgm:prSet phldrT="[Text]" phldr="0" custT="1"/>
      <dgm:spPr/>
    </dgm:pt>
    <dgm:pt modelId="{E3C79D20-7E64-4978-84DC-6C1A02D5D657}" type="parTrans" cxnId="{8A53969B-D38F-4406-8C28-AB455270376B}">
      <dgm:prSet/>
      <dgm:spPr/>
      <dgm:t>
        <a:bodyPr/>
        <a:lstStyle/>
        <a:p>
          <a:endParaRPr lang="es-PE"/>
        </a:p>
      </dgm:t>
    </dgm:pt>
    <dgm:pt modelId="{3B598E56-2AD8-4F89-AD8A-70033E6A2DE0}" type="sibTrans" cxnId="{8A53969B-D38F-4406-8C28-AB455270376B}">
      <dgm:prSet/>
      <dgm:spPr/>
      <dgm:t>
        <a:bodyPr/>
        <a:lstStyle/>
        <a:p>
          <a:endParaRPr lang="es-PE"/>
        </a:p>
      </dgm:t>
    </dgm:pt>
    <dgm:pt modelId="{B58B545A-F0F4-4799-BD8D-B7A5F907A859}" type="pres">
      <dgm:prSet presAssocID="{B7AD1CA8-9234-4414-8207-EBCD716ACFEF}" presName="outerComposite" presStyleCnt="0">
        <dgm:presLayoutVars>
          <dgm:chMax val="5"/>
          <dgm:dir/>
          <dgm:resizeHandles val="exact"/>
        </dgm:presLayoutVars>
      </dgm:prSet>
      <dgm:spPr/>
    </dgm:pt>
    <dgm:pt modelId="{2E28E2D3-B5C5-48C6-BC49-4BD4003810BC}" type="pres">
      <dgm:prSet presAssocID="{B7AD1CA8-9234-4414-8207-EBCD716ACFEF}" presName="dummyMaxCanvas" presStyleCnt="0">
        <dgm:presLayoutVars/>
      </dgm:prSet>
      <dgm:spPr/>
    </dgm:pt>
    <dgm:pt modelId="{15F8D498-E46B-42EB-800C-A8D34F6A8C04}" type="pres">
      <dgm:prSet presAssocID="{B7AD1CA8-9234-4414-8207-EBCD716ACFEF}" presName="FiveNodes_1" presStyleLbl="node1" presStyleIdx="0" presStyleCnt="5">
        <dgm:presLayoutVars>
          <dgm:bulletEnabled val="1"/>
        </dgm:presLayoutVars>
      </dgm:prSet>
      <dgm:spPr/>
    </dgm:pt>
    <dgm:pt modelId="{51632778-A63D-4168-8464-BC2D557869FE}" type="pres">
      <dgm:prSet presAssocID="{B7AD1CA8-9234-4414-8207-EBCD716ACFEF}" presName="FiveNodes_2" presStyleLbl="node1" presStyleIdx="1" presStyleCnt="5">
        <dgm:presLayoutVars>
          <dgm:bulletEnabled val="1"/>
        </dgm:presLayoutVars>
      </dgm:prSet>
      <dgm:spPr/>
    </dgm:pt>
    <dgm:pt modelId="{0F8A2329-CC4C-4F9C-85A8-47ED3F1EF934}" type="pres">
      <dgm:prSet presAssocID="{B7AD1CA8-9234-4414-8207-EBCD716ACFEF}" presName="FiveNodes_3" presStyleLbl="node1" presStyleIdx="2" presStyleCnt="5">
        <dgm:presLayoutVars>
          <dgm:bulletEnabled val="1"/>
        </dgm:presLayoutVars>
      </dgm:prSet>
      <dgm:spPr/>
    </dgm:pt>
    <dgm:pt modelId="{1FC51CAD-BDD5-4476-A6B7-D1905FF6C919}" type="pres">
      <dgm:prSet presAssocID="{B7AD1CA8-9234-4414-8207-EBCD716ACFEF}" presName="FiveNodes_4" presStyleLbl="node1" presStyleIdx="3" presStyleCnt="5">
        <dgm:presLayoutVars>
          <dgm:bulletEnabled val="1"/>
        </dgm:presLayoutVars>
      </dgm:prSet>
      <dgm:spPr/>
    </dgm:pt>
    <dgm:pt modelId="{D4CF76FF-1C6F-4F14-A432-B30144C62DE1}" type="pres">
      <dgm:prSet presAssocID="{B7AD1CA8-9234-4414-8207-EBCD716ACFEF}" presName="FiveNodes_5" presStyleLbl="node1" presStyleIdx="4" presStyleCnt="5">
        <dgm:presLayoutVars>
          <dgm:bulletEnabled val="1"/>
        </dgm:presLayoutVars>
      </dgm:prSet>
      <dgm:spPr/>
    </dgm:pt>
    <dgm:pt modelId="{0C3FAC17-AE18-4979-B87A-2FE2094A115F}" type="pres">
      <dgm:prSet presAssocID="{B7AD1CA8-9234-4414-8207-EBCD716ACFEF}" presName="FiveConn_1-2" presStyleLbl="fgAccFollowNode1" presStyleIdx="0" presStyleCnt="4">
        <dgm:presLayoutVars>
          <dgm:bulletEnabled val="1"/>
        </dgm:presLayoutVars>
      </dgm:prSet>
      <dgm:spPr/>
    </dgm:pt>
    <dgm:pt modelId="{F8E4F00A-E583-4D87-8705-3AC04FAD0473}" type="pres">
      <dgm:prSet presAssocID="{B7AD1CA8-9234-4414-8207-EBCD716ACFEF}" presName="FiveConn_2-3" presStyleLbl="fgAccFollowNode1" presStyleIdx="1" presStyleCnt="4">
        <dgm:presLayoutVars>
          <dgm:bulletEnabled val="1"/>
        </dgm:presLayoutVars>
      </dgm:prSet>
      <dgm:spPr/>
    </dgm:pt>
    <dgm:pt modelId="{054E765C-A694-4795-99C9-BB9948C2ABFE}" type="pres">
      <dgm:prSet presAssocID="{B7AD1CA8-9234-4414-8207-EBCD716ACFEF}" presName="FiveConn_3-4" presStyleLbl="fgAccFollowNode1" presStyleIdx="2" presStyleCnt="4">
        <dgm:presLayoutVars>
          <dgm:bulletEnabled val="1"/>
        </dgm:presLayoutVars>
      </dgm:prSet>
      <dgm:spPr/>
    </dgm:pt>
    <dgm:pt modelId="{FE59C80F-88EF-4632-B533-3CE63C70FF93}" type="pres">
      <dgm:prSet presAssocID="{B7AD1CA8-9234-4414-8207-EBCD716ACFEF}" presName="FiveConn_4-5" presStyleLbl="fgAccFollowNode1" presStyleIdx="3" presStyleCnt="4">
        <dgm:presLayoutVars>
          <dgm:bulletEnabled val="1"/>
        </dgm:presLayoutVars>
      </dgm:prSet>
      <dgm:spPr/>
    </dgm:pt>
    <dgm:pt modelId="{FA027B16-7308-40A0-9614-27B40690D81B}" type="pres">
      <dgm:prSet presAssocID="{B7AD1CA8-9234-4414-8207-EBCD716ACFEF}" presName="FiveNodes_1_text" presStyleLbl="node1" presStyleIdx="4" presStyleCnt="5">
        <dgm:presLayoutVars>
          <dgm:bulletEnabled val="1"/>
        </dgm:presLayoutVars>
      </dgm:prSet>
      <dgm:spPr/>
    </dgm:pt>
    <dgm:pt modelId="{0FF3D4F0-B82D-4D14-892A-647A93C8A97B}" type="pres">
      <dgm:prSet presAssocID="{B7AD1CA8-9234-4414-8207-EBCD716ACFEF}" presName="FiveNodes_2_text" presStyleLbl="node1" presStyleIdx="4" presStyleCnt="5">
        <dgm:presLayoutVars>
          <dgm:bulletEnabled val="1"/>
        </dgm:presLayoutVars>
      </dgm:prSet>
      <dgm:spPr/>
    </dgm:pt>
    <dgm:pt modelId="{D4A9EDAE-AD47-4DDA-A55E-64A13F6AC286}" type="pres">
      <dgm:prSet presAssocID="{B7AD1CA8-9234-4414-8207-EBCD716ACFEF}" presName="FiveNodes_3_text" presStyleLbl="node1" presStyleIdx="4" presStyleCnt="5">
        <dgm:presLayoutVars>
          <dgm:bulletEnabled val="1"/>
        </dgm:presLayoutVars>
      </dgm:prSet>
      <dgm:spPr/>
    </dgm:pt>
    <dgm:pt modelId="{14E4366D-CE80-44D8-BD04-9AC4FAE56153}" type="pres">
      <dgm:prSet presAssocID="{B7AD1CA8-9234-4414-8207-EBCD716ACFEF}" presName="FiveNodes_4_text" presStyleLbl="node1" presStyleIdx="4" presStyleCnt="5">
        <dgm:presLayoutVars>
          <dgm:bulletEnabled val="1"/>
        </dgm:presLayoutVars>
      </dgm:prSet>
      <dgm:spPr/>
    </dgm:pt>
    <dgm:pt modelId="{7E6FB258-C916-476B-B683-13867BD47BE8}" type="pres">
      <dgm:prSet presAssocID="{B7AD1CA8-9234-4414-8207-EBCD716ACFEF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E32B6E0A-C64C-4759-947F-29971CB70C70}" srcId="{B7AD1CA8-9234-4414-8207-EBCD716ACFEF}" destId="{F6CBBFE0-31D8-4DA0-9122-A1999E44216A}" srcOrd="2" destOrd="0" parTransId="{BC169BE0-CE89-46D9-9919-D3DC650FA52E}" sibTransId="{A84BDE81-D7D7-499B-8E28-25AA8BA265BA}"/>
    <dgm:cxn modelId="{FDC3D715-CEBF-4B2C-86D2-2BD975D7CECC}" type="presOf" srcId="{F6CBBFE0-31D8-4DA0-9122-A1999E44216A}" destId="{0F8A2329-CC4C-4F9C-85A8-47ED3F1EF934}" srcOrd="0" destOrd="0" presId="urn:microsoft.com/office/officeart/2005/8/layout/vProcess5"/>
    <dgm:cxn modelId="{55233725-A6AE-481A-A5F5-CFBFCCA60A56}" srcId="{B7AD1CA8-9234-4414-8207-EBCD716ACFEF}" destId="{8EF21436-1B4D-4C27-92C9-C866AEA2E938}" srcOrd="1" destOrd="0" parTransId="{5AF03D8B-2D67-4455-96C6-41C93CBAF3CF}" sibTransId="{3981F79A-81B9-4ED1-80F8-746E646226D3}"/>
    <dgm:cxn modelId="{BA172926-03DA-43E7-8C70-3B6677724BCF}" type="presOf" srcId="{8EF21436-1B4D-4C27-92C9-C866AEA2E938}" destId="{0FF3D4F0-B82D-4D14-892A-647A93C8A97B}" srcOrd="1" destOrd="0" presId="urn:microsoft.com/office/officeart/2005/8/layout/vProcess5"/>
    <dgm:cxn modelId="{7835452E-81CA-408D-921E-41335C66A477}" type="presOf" srcId="{052EF90A-9F78-47CC-A7EC-ABF35F4E672C}" destId="{14E4366D-CE80-44D8-BD04-9AC4FAE56153}" srcOrd="1" destOrd="0" presId="urn:microsoft.com/office/officeart/2005/8/layout/vProcess5"/>
    <dgm:cxn modelId="{A2FB0B3B-BDFD-453E-9FE5-213B9379D492}" type="presOf" srcId="{51ADF1AE-42EC-455D-9F69-B1E455E4242D}" destId="{15F8D498-E46B-42EB-800C-A8D34F6A8C04}" srcOrd="0" destOrd="0" presId="urn:microsoft.com/office/officeart/2005/8/layout/vProcess5"/>
    <dgm:cxn modelId="{DCDD154F-0166-4DC6-B756-CCEE0CF21D01}" type="presOf" srcId="{3981F79A-81B9-4ED1-80F8-746E646226D3}" destId="{F8E4F00A-E583-4D87-8705-3AC04FAD0473}" srcOrd="0" destOrd="0" presId="urn:microsoft.com/office/officeart/2005/8/layout/vProcess5"/>
    <dgm:cxn modelId="{F922967B-D62D-40E6-8A30-1F44CC999502}" type="presOf" srcId="{A84BDE81-D7D7-499B-8E28-25AA8BA265BA}" destId="{054E765C-A694-4795-99C9-BB9948C2ABFE}" srcOrd="0" destOrd="0" presId="urn:microsoft.com/office/officeart/2005/8/layout/vProcess5"/>
    <dgm:cxn modelId="{8BB41685-7475-4B40-A12A-52537BE64D44}" type="presOf" srcId="{8EF21436-1B4D-4C27-92C9-C866AEA2E938}" destId="{51632778-A63D-4168-8464-BC2D557869FE}" srcOrd="0" destOrd="0" presId="urn:microsoft.com/office/officeart/2005/8/layout/vProcess5"/>
    <dgm:cxn modelId="{E3796389-92B4-4632-A49C-CC5A7FCAF7F1}" type="presOf" srcId="{51ADF1AE-42EC-455D-9F69-B1E455E4242D}" destId="{FA027B16-7308-40A0-9614-27B40690D81B}" srcOrd="1" destOrd="0" presId="urn:microsoft.com/office/officeart/2005/8/layout/vProcess5"/>
    <dgm:cxn modelId="{525C4792-B0D4-481E-AB4D-570E12C6A6B3}" type="presOf" srcId="{B7AD1CA8-9234-4414-8207-EBCD716ACFEF}" destId="{B58B545A-F0F4-4799-BD8D-B7A5F907A859}" srcOrd="0" destOrd="0" presId="urn:microsoft.com/office/officeart/2005/8/layout/vProcess5"/>
    <dgm:cxn modelId="{8A53969B-D38F-4406-8C28-AB455270376B}" srcId="{B7AD1CA8-9234-4414-8207-EBCD716ACFEF}" destId="{DB18DF8B-8DAE-4ED9-9FF9-676BB03C66AF}" srcOrd="5" destOrd="0" parTransId="{E3C79D20-7E64-4978-84DC-6C1A02D5D657}" sibTransId="{3B598E56-2AD8-4F89-AD8A-70033E6A2DE0}"/>
    <dgm:cxn modelId="{FEDCB7AF-55A2-4D29-AA1E-45A16A7591C3}" type="presOf" srcId="{515479B1-08BC-4973-8161-ABA72E151589}" destId="{0C3FAC17-AE18-4979-B87A-2FE2094A115F}" srcOrd="0" destOrd="0" presId="urn:microsoft.com/office/officeart/2005/8/layout/vProcess5"/>
    <dgm:cxn modelId="{809037B3-E2C7-4B8A-AA68-48E1E38F7056}" type="presOf" srcId="{74FE506A-A6AB-43AF-9341-30679B10E41E}" destId="{D4CF76FF-1C6F-4F14-A432-B30144C62DE1}" srcOrd="0" destOrd="0" presId="urn:microsoft.com/office/officeart/2005/8/layout/vProcess5"/>
    <dgm:cxn modelId="{181AF7CE-FDB0-429F-8A22-1CE7AA6F8A9A}" type="presOf" srcId="{052EF90A-9F78-47CC-A7EC-ABF35F4E672C}" destId="{1FC51CAD-BDD5-4476-A6B7-D1905FF6C919}" srcOrd="0" destOrd="0" presId="urn:microsoft.com/office/officeart/2005/8/layout/vProcess5"/>
    <dgm:cxn modelId="{EDA5D0E1-ACDD-41F1-8B3C-10C2522E49B2}" srcId="{B7AD1CA8-9234-4414-8207-EBCD716ACFEF}" destId="{51ADF1AE-42EC-455D-9F69-B1E455E4242D}" srcOrd="0" destOrd="0" parTransId="{F7BBABA2-6237-4934-A981-50D31B3F83A8}" sibTransId="{515479B1-08BC-4973-8161-ABA72E151589}"/>
    <dgm:cxn modelId="{4C52CCF5-2E9D-4B0B-B4DA-3B045C1E0DBA}" type="presOf" srcId="{74FE506A-A6AB-43AF-9341-30679B10E41E}" destId="{7E6FB258-C916-476B-B683-13867BD47BE8}" srcOrd="1" destOrd="0" presId="urn:microsoft.com/office/officeart/2005/8/layout/vProcess5"/>
    <dgm:cxn modelId="{F0B91DF8-B311-4925-85A9-4C54732881E5}" type="presOf" srcId="{97967938-54D9-45D2-9E54-D9E44BC66FD0}" destId="{FE59C80F-88EF-4632-B533-3CE63C70FF93}" srcOrd="0" destOrd="0" presId="urn:microsoft.com/office/officeart/2005/8/layout/vProcess5"/>
    <dgm:cxn modelId="{ABD113FB-27DE-4AB8-BE0C-965D77B4355A}" type="presOf" srcId="{F6CBBFE0-31D8-4DA0-9122-A1999E44216A}" destId="{D4A9EDAE-AD47-4DDA-A55E-64A13F6AC286}" srcOrd="1" destOrd="0" presId="urn:microsoft.com/office/officeart/2005/8/layout/vProcess5"/>
    <dgm:cxn modelId="{F74420FC-04A5-4A7B-ABA1-ABB48D3639CA}" srcId="{B7AD1CA8-9234-4414-8207-EBCD716ACFEF}" destId="{052EF90A-9F78-47CC-A7EC-ABF35F4E672C}" srcOrd="3" destOrd="0" parTransId="{0170D24C-A5BD-4EF4-95FB-26F3DDD4DF3F}" sibTransId="{97967938-54D9-45D2-9E54-D9E44BC66FD0}"/>
    <dgm:cxn modelId="{66644DFF-5D2F-4FCA-A367-D74E3114A009}" srcId="{B7AD1CA8-9234-4414-8207-EBCD716ACFEF}" destId="{74FE506A-A6AB-43AF-9341-30679B10E41E}" srcOrd="4" destOrd="0" parTransId="{4A93F4C5-54A1-430E-BE1C-AD5151EBCD42}" sibTransId="{742F4EE3-71C1-47D1-BAD0-E0E90032A413}"/>
    <dgm:cxn modelId="{73F54E9C-3449-4F4D-B478-ED18186E6B67}" type="presParOf" srcId="{B58B545A-F0F4-4799-BD8D-B7A5F907A859}" destId="{2E28E2D3-B5C5-48C6-BC49-4BD4003810BC}" srcOrd="0" destOrd="0" presId="urn:microsoft.com/office/officeart/2005/8/layout/vProcess5"/>
    <dgm:cxn modelId="{850E8B5B-91AE-4E53-A8D5-525D3BFEA308}" type="presParOf" srcId="{B58B545A-F0F4-4799-BD8D-B7A5F907A859}" destId="{15F8D498-E46B-42EB-800C-A8D34F6A8C04}" srcOrd="1" destOrd="0" presId="urn:microsoft.com/office/officeart/2005/8/layout/vProcess5"/>
    <dgm:cxn modelId="{1584262F-FDD9-4BA0-9B01-AFE7FCBA2539}" type="presParOf" srcId="{B58B545A-F0F4-4799-BD8D-B7A5F907A859}" destId="{51632778-A63D-4168-8464-BC2D557869FE}" srcOrd="2" destOrd="0" presId="urn:microsoft.com/office/officeart/2005/8/layout/vProcess5"/>
    <dgm:cxn modelId="{D2D0BC05-3940-4A3E-ABC0-6C32856C0B14}" type="presParOf" srcId="{B58B545A-F0F4-4799-BD8D-B7A5F907A859}" destId="{0F8A2329-CC4C-4F9C-85A8-47ED3F1EF934}" srcOrd="3" destOrd="0" presId="urn:microsoft.com/office/officeart/2005/8/layout/vProcess5"/>
    <dgm:cxn modelId="{473DC4D7-3510-42E7-A8EF-948FC02BAEF6}" type="presParOf" srcId="{B58B545A-F0F4-4799-BD8D-B7A5F907A859}" destId="{1FC51CAD-BDD5-4476-A6B7-D1905FF6C919}" srcOrd="4" destOrd="0" presId="urn:microsoft.com/office/officeart/2005/8/layout/vProcess5"/>
    <dgm:cxn modelId="{1A1FCF37-6339-409E-9D84-A3A958AA4F59}" type="presParOf" srcId="{B58B545A-F0F4-4799-BD8D-B7A5F907A859}" destId="{D4CF76FF-1C6F-4F14-A432-B30144C62DE1}" srcOrd="5" destOrd="0" presId="urn:microsoft.com/office/officeart/2005/8/layout/vProcess5"/>
    <dgm:cxn modelId="{7106E5FC-A4AD-4EC2-BF50-E2F39A29757B}" type="presParOf" srcId="{B58B545A-F0F4-4799-BD8D-B7A5F907A859}" destId="{0C3FAC17-AE18-4979-B87A-2FE2094A115F}" srcOrd="6" destOrd="0" presId="urn:microsoft.com/office/officeart/2005/8/layout/vProcess5"/>
    <dgm:cxn modelId="{3A7E4802-130E-4206-ABDE-4866C5094EF0}" type="presParOf" srcId="{B58B545A-F0F4-4799-BD8D-B7A5F907A859}" destId="{F8E4F00A-E583-4D87-8705-3AC04FAD0473}" srcOrd="7" destOrd="0" presId="urn:microsoft.com/office/officeart/2005/8/layout/vProcess5"/>
    <dgm:cxn modelId="{0D11AAF4-8E2C-4C67-8F09-12D461756BCE}" type="presParOf" srcId="{B58B545A-F0F4-4799-BD8D-B7A5F907A859}" destId="{054E765C-A694-4795-99C9-BB9948C2ABFE}" srcOrd="8" destOrd="0" presId="urn:microsoft.com/office/officeart/2005/8/layout/vProcess5"/>
    <dgm:cxn modelId="{616A2A14-7833-404E-A708-CC52E5A431F0}" type="presParOf" srcId="{B58B545A-F0F4-4799-BD8D-B7A5F907A859}" destId="{FE59C80F-88EF-4632-B533-3CE63C70FF93}" srcOrd="9" destOrd="0" presId="urn:microsoft.com/office/officeart/2005/8/layout/vProcess5"/>
    <dgm:cxn modelId="{84D73ACE-6CF0-4F12-94F3-20FF80448E1F}" type="presParOf" srcId="{B58B545A-F0F4-4799-BD8D-B7A5F907A859}" destId="{FA027B16-7308-40A0-9614-27B40690D81B}" srcOrd="10" destOrd="0" presId="urn:microsoft.com/office/officeart/2005/8/layout/vProcess5"/>
    <dgm:cxn modelId="{27245AD8-A3A9-4D63-AB06-72AE5B87BBBD}" type="presParOf" srcId="{B58B545A-F0F4-4799-BD8D-B7A5F907A859}" destId="{0FF3D4F0-B82D-4D14-892A-647A93C8A97B}" srcOrd="11" destOrd="0" presId="urn:microsoft.com/office/officeart/2005/8/layout/vProcess5"/>
    <dgm:cxn modelId="{7DD0B7D7-8876-4020-A613-C87D57DB7114}" type="presParOf" srcId="{B58B545A-F0F4-4799-BD8D-B7A5F907A859}" destId="{D4A9EDAE-AD47-4DDA-A55E-64A13F6AC286}" srcOrd="12" destOrd="0" presId="urn:microsoft.com/office/officeart/2005/8/layout/vProcess5"/>
    <dgm:cxn modelId="{0AB21509-C673-41A0-A5AC-5FFB4D707ED7}" type="presParOf" srcId="{B58B545A-F0F4-4799-BD8D-B7A5F907A859}" destId="{14E4366D-CE80-44D8-BD04-9AC4FAE56153}" srcOrd="13" destOrd="0" presId="urn:microsoft.com/office/officeart/2005/8/layout/vProcess5"/>
    <dgm:cxn modelId="{52F9E0D7-4B60-4DE4-8B29-2C8ED551245F}" type="presParOf" srcId="{B58B545A-F0F4-4799-BD8D-B7A5F907A859}" destId="{7E6FB258-C916-476B-B683-13867BD47BE8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AD1CA8-9234-4414-8207-EBCD716ACFEF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51ADF1AE-42EC-455D-9F69-B1E455E4242D}">
      <dgm:prSet phldrT="[Text]" phldr="0" custT="1"/>
      <dgm:spPr/>
      <dgm:t>
        <a:bodyPr/>
        <a:lstStyle/>
        <a:p>
          <a:r>
            <a:rPr lang="es-PE" sz="1400" b="0" dirty="0"/>
            <a:t>6. </a:t>
          </a:r>
          <a:r>
            <a:rPr lang="es-PE" sz="1400" b="0" dirty="0" err="1"/>
            <a:t>Reranker</a:t>
          </a:r>
          <a:endParaRPr lang="es-PE" sz="1400" b="0" dirty="0"/>
        </a:p>
      </dgm:t>
    </dgm:pt>
    <dgm:pt modelId="{F7BBABA2-6237-4934-A981-50D31B3F83A8}" type="parTrans" cxnId="{EDA5D0E1-ACDD-41F1-8B3C-10C2522E49B2}">
      <dgm:prSet/>
      <dgm:spPr/>
      <dgm:t>
        <a:bodyPr/>
        <a:lstStyle/>
        <a:p>
          <a:endParaRPr lang="es-PE" sz="1400" b="0"/>
        </a:p>
      </dgm:t>
    </dgm:pt>
    <dgm:pt modelId="{515479B1-08BC-4973-8161-ABA72E151589}" type="sibTrans" cxnId="{EDA5D0E1-ACDD-41F1-8B3C-10C2522E49B2}">
      <dgm:prSet custT="1"/>
      <dgm:spPr/>
      <dgm:t>
        <a:bodyPr/>
        <a:lstStyle/>
        <a:p>
          <a:endParaRPr lang="es-PE" sz="1400" b="0"/>
        </a:p>
      </dgm:t>
    </dgm:pt>
    <dgm:pt modelId="{8EF21436-1B4D-4C27-92C9-C866AEA2E938}">
      <dgm:prSet phldrT="[Text]" phldr="0" custT="1"/>
      <dgm:spPr/>
      <dgm:t>
        <a:bodyPr/>
        <a:lstStyle/>
        <a:p>
          <a:r>
            <a:rPr lang="es-PE" sz="1400" b="0" dirty="0"/>
            <a:t>7. LLM </a:t>
          </a:r>
          <a:r>
            <a:rPr lang="es-PE" sz="1400" b="0" dirty="0" err="1"/>
            <a:t>Qwen</a:t>
          </a:r>
          <a:r>
            <a:rPr lang="es-PE" sz="1400" b="0" dirty="0"/>
            <a:t>:</a:t>
          </a:r>
        </a:p>
        <a:p>
          <a:r>
            <a:rPr lang="es-PE" sz="1400" b="0" dirty="0" err="1"/>
            <a:t>Qwen</a:t>
          </a:r>
          <a:r>
            <a:rPr lang="es-PE" sz="1400" b="0" dirty="0"/>
            <a:t>/Qwen2.5-1.5B-Instruct</a:t>
          </a:r>
        </a:p>
      </dgm:t>
    </dgm:pt>
    <dgm:pt modelId="{5AF03D8B-2D67-4455-96C6-41C93CBAF3CF}" type="parTrans" cxnId="{55233725-A6AE-481A-A5F5-CFBFCCA60A56}">
      <dgm:prSet/>
      <dgm:spPr/>
      <dgm:t>
        <a:bodyPr/>
        <a:lstStyle/>
        <a:p>
          <a:endParaRPr lang="es-PE" sz="1400" b="0"/>
        </a:p>
      </dgm:t>
    </dgm:pt>
    <dgm:pt modelId="{3981F79A-81B9-4ED1-80F8-746E646226D3}" type="sibTrans" cxnId="{55233725-A6AE-481A-A5F5-CFBFCCA60A56}">
      <dgm:prSet custT="1"/>
      <dgm:spPr/>
      <dgm:t>
        <a:bodyPr/>
        <a:lstStyle/>
        <a:p>
          <a:endParaRPr lang="es-PE" sz="1400" b="0"/>
        </a:p>
      </dgm:t>
    </dgm:pt>
    <dgm:pt modelId="{F6CBBFE0-31D8-4DA0-9122-A1999E44216A}">
      <dgm:prSet phldrT="[Text]" phldr="0" custT="1"/>
      <dgm:spPr/>
      <dgm:t>
        <a:bodyPr/>
        <a:lstStyle/>
        <a:p>
          <a:r>
            <a:rPr lang="es-PE" sz="1400" b="0" dirty="0"/>
            <a:t>8. </a:t>
          </a:r>
          <a:r>
            <a:rPr lang="es-PE" sz="1400" b="0" dirty="0" err="1"/>
            <a:t>Citation</a:t>
          </a:r>
          <a:r>
            <a:rPr lang="es-PE" sz="1400" b="0" dirty="0"/>
            <a:t> per </a:t>
          </a:r>
          <a:r>
            <a:rPr lang="es-PE" sz="1400" b="0" dirty="0" err="1"/>
            <a:t>sentence</a:t>
          </a:r>
          <a:endParaRPr lang="es-PE" sz="1400" b="0" dirty="0"/>
        </a:p>
      </dgm:t>
    </dgm:pt>
    <dgm:pt modelId="{BC169BE0-CE89-46D9-9919-D3DC650FA52E}" type="parTrans" cxnId="{E32B6E0A-C64C-4759-947F-29971CB70C70}">
      <dgm:prSet/>
      <dgm:spPr/>
      <dgm:t>
        <a:bodyPr/>
        <a:lstStyle/>
        <a:p>
          <a:endParaRPr lang="es-PE" sz="1400" b="0"/>
        </a:p>
      </dgm:t>
    </dgm:pt>
    <dgm:pt modelId="{A84BDE81-D7D7-499B-8E28-25AA8BA265BA}" type="sibTrans" cxnId="{E32B6E0A-C64C-4759-947F-29971CB70C70}">
      <dgm:prSet custT="1"/>
      <dgm:spPr/>
      <dgm:t>
        <a:bodyPr/>
        <a:lstStyle/>
        <a:p>
          <a:endParaRPr lang="es-PE" sz="1400" b="0"/>
        </a:p>
      </dgm:t>
    </dgm:pt>
    <dgm:pt modelId="{052EF90A-9F78-47CC-A7EC-ABF35F4E672C}">
      <dgm:prSet phldrT="[Text]" phldr="0" custT="1"/>
      <dgm:spPr/>
      <dgm:t>
        <a:bodyPr/>
        <a:lstStyle/>
        <a:p>
          <a:r>
            <a:rPr lang="es-PE" sz="1400" b="0" i="0" dirty="0"/>
            <a:t>9. </a:t>
          </a:r>
          <a:r>
            <a:rPr lang="es-PE" sz="1400" b="0" i="0" dirty="0" err="1"/>
            <a:t>Hallucination</a:t>
          </a:r>
          <a:r>
            <a:rPr lang="es-PE" sz="1400" b="0" i="0" dirty="0"/>
            <a:t> </a:t>
          </a:r>
          <a:r>
            <a:rPr lang="es-PE" sz="1400" b="0" i="0" dirty="0" err="1"/>
            <a:t>guard</a:t>
          </a:r>
          <a:endParaRPr lang="es-PE" sz="1400" b="0" dirty="0"/>
        </a:p>
      </dgm:t>
    </dgm:pt>
    <dgm:pt modelId="{0170D24C-A5BD-4EF4-95FB-26F3DDD4DF3F}" type="parTrans" cxnId="{F74420FC-04A5-4A7B-ABA1-ABB48D3639CA}">
      <dgm:prSet/>
      <dgm:spPr/>
      <dgm:t>
        <a:bodyPr/>
        <a:lstStyle/>
        <a:p>
          <a:endParaRPr lang="es-PE" sz="1400" b="0"/>
        </a:p>
      </dgm:t>
    </dgm:pt>
    <dgm:pt modelId="{97967938-54D9-45D2-9E54-D9E44BC66FD0}" type="sibTrans" cxnId="{F74420FC-04A5-4A7B-ABA1-ABB48D3639CA}">
      <dgm:prSet custT="1"/>
      <dgm:spPr/>
      <dgm:t>
        <a:bodyPr/>
        <a:lstStyle/>
        <a:p>
          <a:endParaRPr lang="es-PE" sz="1400" b="0"/>
        </a:p>
      </dgm:t>
    </dgm:pt>
    <dgm:pt modelId="{74FE506A-A6AB-43AF-9341-30679B10E41E}">
      <dgm:prSet phldrT="[Text]" phldr="0" custT="1"/>
      <dgm:spPr/>
      <dgm:t>
        <a:bodyPr/>
        <a:lstStyle/>
        <a:p>
          <a:r>
            <a:rPr lang="es-PE" sz="1400" b="0" dirty="0"/>
            <a:t>10. </a:t>
          </a:r>
          <a:r>
            <a:rPr lang="es-PE" sz="1400" b="0" dirty="0" err="1"/>
            <a:t>Grounding</a:t>
          </a:r>
          <a:r>
            <a:rPr lang="es-PE" sz="1400" b="0" dirty="0"/>
            <a:t> </a:t>
          </a:r>
          <a:r>
            <a:rPr lang="es-PE" sz="1400" b="0" dirty="0" err="1"/>
            <a:t>evaluation</a:t>
          </a:r>
          <a:endParaRPr lang="es-PE" sz="1400" b="0" dirty="0"/>
        </a:p>
      </dgm:t>
    </dgm:pt>
    <dgm:pt modelId="{4A93F4C5-54A1-430E-BE1C-AD5151EBCD42}" type="parTrans" cxnId="{66644DFF-5D2F-4FCA-A367-D74E3114A009}">
      <dgm:prSet/>
      <dgm:spPr/>
      <dgm:t>
        <a:bodyPr/>
        <a:lstStyle/>
        <a:p>
          <a:endParaRPr lang="es-PE" sz="1400" b="0"/>
        </a:p>
      </dgm:t>
    </dgm:pt>
    <dgm:pt modelId="{742F4EE3-71C1-47D1-BAD0-E0E90032A413}" type="sibTrans" cxnId="{66644DFF-5D2F-4FCA-A367-D74E3114A009}">
      <dgm:prSet/>
      <dgm:spPr/>
      <dgm:t>
        <a:bodyPr/>
        <a:lstStyle/>
        <a:p>
          <a:endParaRPr lang="es-PE" sz="1400" b="0"/>
        </a:p>
      </dgm:t>
    </dgm:pt>
    <dgm:pt modelId="{DB18DF8B-8DAE-4ED9-9FF9-676BB03C66AF}">
      <dgm:prSet phldrT="[Text]" phldr="0" custT="1"/>
      <dgm:spPr/>
    </dgm:pt>
    <dgm:pt modelId="{E3C79D20-7E64-4978-84DC-6C1A02D5D657}" type="parTrans" cxnId="{8A53969B-D38F-4406-8C28-AB455270376B}">
      <dgm:prSet/>
      <dgm:spPr/>
      <dgm:t>
        <a:bodyPr/>
        <a:lstStyle/>
        <a:p>
          <a:endParaRPr lang="es-PE"/>
        </a:p>
      </dgm:t>
    </dgm:pt>
    <dgm:pt modelId="{3B598E56-2AD8-4F89-AD8A-70033E6A2DE0}" type="sibTrans" cxnId="{8A53969B-D38F-4406-8C28-AB455270376B}">
      <dgm:prSet/>
      <dgm:spPr/>
      <dgm:t>
        <a:bodyPr/>
        <a:lstStyle/>
        <a:p>
          <a:endParaRPr lang="es-PE"/>
        </a:p>
      </dgm:t>
    </dgm:pt>
    <dgm:pt modelId="{B58B545A-F0F4-4799-BD8D-B7A5F907A859}" type="pres">
      <dgm:prSet presAssocID="{B7AD1CA8-9234-4414-8207-EBCD716ACFEF}" presName="outerComposite" presStyleCnt="0">
        <dgm:presLayoutVars>
          <dgm:chMax val="5"/>
          <dgm:dir/>
          <dgm:resizeHandles val="exact"/>
        </dgm:presLayoutVars>
      </dgm:prSet>
      <dgm:spPr/>
    </dgm:pt>
    <dgm:pt modelId="{2E28E2D3-B5C5-48C6-BC49-4BD4003810BC}" type="pres">
      <dgm:prSet presAssocID="{B7AD1CA8-9234-4414-8207-EBCD716ACFEF}" presName="dummyMaxCanvas" presStyleCnt="0">
        <dgm:presLayoutVars/>
      </dgm:prSet>
      <dgm:spPr/>
    </dgm:pt>
    <dgm:pt modelId="{15F8D498-E46B-42EB-800C-A8D34F6A8C04}" type="pres">
      <dgm:prSet presAssocID="{B7AD1CA8-9234-4414-8207-EBCD716ACFEF}" presName="FiveNodes_1" presStyleLbl="node1" presStyleIdx="0" presStyleCnt="5">
        <dgm:presLayoutVars>
          <dgm:bulletEnabled val="1"/>
        </dgm:presLayoutVars>
      </dgm:prSet>
      <dgm:spPr/>
    </dgm:pt>
    <dgm:pt modelId="{51632778-A63D-4168-8464-BC2D557869FE}" type="pres">
      <dgm:prSet presAssocID="{B7AD1CA8-9234-4414-8207-EBCD716ACFEF}" presName="FiveNodes_2" presStyleLbl="node1" presStyleIdx="1" presStyleCnt="5">
        <dgm:presLayoutVars>
          <dgm:bulletEnabled val="1"/>
        </dgm:presLayoutVars>
      </dgm:prSet>
      <dgm:spPr/>
    </dgm:pt>
    <dgm:pt modelId="{0F8A2329-CC4C-4F9C-85A8-47ED3F1EF934}" type="pres">
      <dgm:prSet presAssocID="{B7AD1CA8-9234-4414-8207-EBCD716ACFEF}" presName="FiveNodes_3" presStyleLbl="node1" presStyleIdx="2" presStyleCnt="5">
        <dgm:presLayoutVars>
          <dgm:bulletEnabled val="1"/>
        </dgm:presLayoutVars>
      </dgm:prSet>
      <dgm:spPr/>
    </dgm:pt>
    <dgm:pt modelId="{1FC51CAD-BDD5-4476-A6B7-D1905FF6C919}" type="pres">
      <dgm:prSet presAssocID="{B7AD1CA8-9234-4414-8207-EBCD716ACFEF}" presName="FiveNodes_4" presStyleLbl="node1" presStyleIdx="3" presStyleCnt="5">
        <dgm:presLayoutVars>
          <dgm:bulletEnabled val="1"/>
        </dgm:presLayoutVars>
      </dgm:prSet>
      <dgm:spPr/>
    </dgm:pt>
    <dgm:pt modelId="{D4CF76FF-1C6F-4F14-A432-B30144C62DE1}" type="pres">
      <dgm:prSet presAssocID="{B7AD1CA8-9234-4414-8207-EBCD716ACFEF}" presName="FiveNodes_5" presStyleLbl="node1" presStyleIdx="4" presStyleCnt="5">
        <dgm:presLayoutVars>
          <dgm:bulletEnabled val="1"/>
        </dgm:presLayoutVars>
      </dgm:prSet>
      <dgm:spPr/>
    </dgm:pt>
    <dgm:pt modelId="{0C3FAC17-AE18-4979-B87A-2FE2094A115F}" type="pres">
      <dgm:prSet presAssocID="{B7AD1CA8-9234-4414-8207-EBCD716ACFEF}" presName="FiveConn_1-2" presStyleLbl="fgAccFollowNode1" presStyleIdx="0" presStyleCnt="4">
        <dgm:presLayoutVars>
          <dgm:bulletEnabled val="1"/>
        </dgm:presLayoutVars>
      </dgm:prSet>
      <dgm:spPr/>
    </dgm:pt>
    <dgm:pt modelId="{F8E4F00A-E583-4D87-8705-3AC04FAD0473}" type="pres">
      <dgm:prSet presAssocID="{B7AD1CA8-9234-4414-8207-EBCD716ACFEF}" presName="FiveConn_2-3" presStyleLbl="fgAccFollowNode1" presStyleIdx="1" presStyleCnt="4">
        <dgm:presLayoutVars>
          <dgm:bulletEnabled val="1"/>
        </dgm:presLayoutVars>
      </dgm:prSet>
      <dgm:spPr/>
    </dgm:pt>
    <dgm:pt modelId="{054E765C-A694-4795-99C9-BB9948C2ABFE}" type="pres">
      <dgm:prSet presAssocID="{B7AD1CA8-9234-4414-8207-EBCD716ACFEF}" presName="FiveConn_3-4" presStyleLbl="fgAccFollowNode1" presStyleIdx="2" presStyleCnt="4">
        <dgm:presLayoutVars>
          <dgm:bulletEnabled val="1"/>
        </dgm:presLayoutVars>
      </dgm:prSet>
      <dgm:spPr/>
    </dgm:pt>
    <dgm:pt modelId="{FE59C80F-88EF-4632-B533-3CE63C70FF93}" type="pres">
      <dgm:prSet presAssocID="{B7AD1CA8-9234-4414-8207-EBCD716ACFEF}" presName="FiveConn_4-5" presStyleLbl="fgAccFollowNode1" presStyleIdx="3" presStyleCnt="4">
        <dgm:presLayoutVars>
          <dgm:bulletEnabled val="1"/>
        </dgm:presLayoutVars>
      </dgm:prSet>
      <dgm:spPr/>
    </dgm:pt>
    <dgm:pt modelId="{FA027B16-7308-40A0-9614-27B40690D81B}" type="pres">
      <dgm:prSet presAssocID="{B7AD1CA8-9234-4414-8207-EBCD716ACFEF}" presName="FiveNodes_1_text" presStyleLbl="node1" presStyleIdx="4" presStyleCnt="5">
        <dgm:presLayoutVars>
          <dgm:bulletEnabled val="1"/>
        </dgm:presLayoutVars>
      </dgm:prSet>
      <dgm:spPr/>
    </dgm:pt>
    <dgm:pt modelId="{0FF3D4F0-B82D-4D14-892A-647A93C8A97B}" type="pres">
      <dgm:prSet presAssocID="{B7AD1CA8-9234-4414-8207-EBCD716ACFEF}" presName="FiveNodes_2_text" presStyleLbl="node1" presStyleIdx="4" presStyleCnt="5">
        <dgm:presLayoutVars>
          <dgm:bulletEnabled val="1"/>
        </dgm:presLayoutVars>
      </dgm:prSet>
      <dgm:spPr/>
    </dgm:pt>
    <dgm:pt modelId="{D4A9EDAE-AD47-4DDA-A55E-64A13F6AC286}" type="pres">
      <dgm:prSet presAssocID="{B7AD1CA8-9234-4414-8207-EBCD716ACFEF}" presName="FiveNodes_3_text" presStyleLbl="node1" presStyleIdx="4" presStyleCnt="5">
        <dgm:presLayoutVars>
          <dgm:bulletEnabled val="1"/>
        </dgm:presLayoutVars>
      </dgm:prSet>
      <dgm:spPr/>
    </dgm:pt>
    <dgm:pt modelId="{14E4366D-CE80-44D8-BD04-9AC4FAE56153}" type="pres">
      <dgm:prSet presAssocID="{B7AD1CA8-9234-4414-8207-EBCD716ACFEF}" presName="FiveNodes_4_text" presStyleLbl="node1" presStyleIdx="4" presStyleCnt="5">
        <dgm:presLayoutVars>
          <dgm:bulletEnabled val="1"/>
        </dgm:presLayoutVars>
      </dgm:prSet>
      <dgm:spPr/>
    </dgm:pt>
    <dgm:pt modelId="{7E6FB258-C916-476B-B683-13867BD47BE8}" type="pres">
      <dgm:prSet presAssocID="{B7AD1CA8-9234-4414-8207-EBCD716ACFEF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E32B6E0A-C64C-4759-947F-29971CB70C70}" srcId="{B7AD1CA8-9234-4414-8207-EBCD716ACFEF}" destId="{F6CBBFE0-31D8-4DA0-9122-A1999E44216A}" srcOrd="2" destOrd="0" parTransId="{BC169BE0-CE89-46D9-9919-D3DC650FA52E}" sibTransId="{A84BDE81-D7D7-499B-8E28-25AA8BA265BA}"/>
    <dgm:cxn modelId="{FDC3D715-CEBF-4B2C-86D2-2BD975D7CECC}" type="presOf" srcId="{F6CBBFE0-31D8-4DA0-9122-A1999E44216A}" destId="{0F8A2329-CC4C-4F9C-85A8-47ED3F1EF934}" srcOrd="0" destOrd="0" presId="urn:microsoft.com/office/officeart/2005/8/layout/vProcess5"/>
    <dgm:cxn modelId="{55233725-A6AE-481A-A5F5-CFBFCCA60A56}" srcId="{B7AD1CA8-9234-4414-8207-EBCD716ACFEF}" destId="{8EF21436-1B4D-4C27-92C9-C866AEA2E938}" srcOrd="1" destOrd="0" parTransId="{5AF03D8B-2D67-4455-96C6-41C93CBAF3CF}" sibTransId="{3981F79A-81B9-4ED1-80F8-746E646226D3}"/>
    <dgm:cxn modelId="{BA172926-03DA-43E7-8C70-3B6677724BCF}" type="presOf" srcId="{8EF21436-1B4D-4C27-92C9-C866AEA2E938}" destId="{0FF3D4F0-B82D-4D14-892A-647A93C8A97B}" srcOrd="1" destOrd="0" presId="urn:microsoft.com/office/officeart/2005/8/layout/vProcess5"/>
    <dgm:cxn modelId="{7835452E-81CA-408D-921E-41335C66A477}" type="presOf" srcId="{052EF90A-9F78-47CC-A7EC-ABF35F4E672C}" destId="{14E4366D-CE80-44D8-BD04-9AC4FAE56153}" srcOrd="1" destOrd="0" presId="urn:microsoft.com/office/officeart/2005/8/layout/vProcess5"/>
    <dgm:cxn modelId="{A2FB0B3B-BDFD-453E-9FE5-213B9379D492}" type="presOf" srcId="{51ADF1AE-42EC-455D-9F69-B1E455E4242D}" destId="{15F8D498-E46B-42EB-800C-A8D34F6A8C04}" srcOrd="0" destOrd="0" presId="urn:microsoft.com/office/officeart/2005/8/layout/vProcess5"/>
    <dgm:cxn modelId="{DCDD154F-0166-4DC6-B756-CCEE0CF21D01}" type="presOf" srcId="{3981F79A-81B9-4ED1-80F8-746E646226D3}" destId="{F8E4F00A-E583-4D87-8705-3AC04FAD0473}" srcOrd="0" destOrd="0" presId="urn:microsoft.com/office/officeart/2005/8/layout/vProcess5"/>
    <dgm:cxn modelId="{F922967B-D62D-40E6-8A30-1F44CC999502}" type="presOf" srcId="{A84BDE81-D7D7-499B-8E28-25AA8BA265BA}" destId="{054E765C-A694-4795-99C9-BB9948C2ABFE}" srcOrd="0" destOrd="0" presId="urn:microsoft.com/office/officeart/2005/8/layout/vProcess5"/>
    <dgm:cxn modelId="{8BB41685-7475-4B40-A12A-52537BE64D44}" type="presOf" srcId="{8EF21436-1B4D-4C27-92C9-C866AEA2E938}" destId="{51632778-A63D-4168-8464-BC2D557869FE}" srcOrd="0" destOrd="0" presId="urn:microsoft.com/office/officeart/2005/8/layout/vProcess5"/>
    <dgm:cxn modelId="{E3796389-92B4-4632-A49C-CC5A7FCAF7F1}" type="presOf" srcId="{51ADF1AE-42EC-455D-9F69-B1E455E4242D}" destId="{FA027B16-7308-40A0-9614-27B40690D81B}" srcOrd="1" destOrd="0" presId="urn:microsoft.com/office/officeart/2005/8/layout/vProcess5"/>
    <dgm:cxn modelId="{525C4792-B0D4-481E-AB4D-570E12C6A6B3}" type="presOf" srcId="{B7AD1CA8-9234-4414-8207-EBCD716ACFEF}" destId="{B58B545A-F0F4-4799-BD8D-B7A5F907A859}" srcOrd="0" destOrd="0" presId="urn:microsoft.com/office/officeart/2005/8/layout/vProcess5"/>
    <dgm:cxn modelId="{8A53969B-D38F-4406-8C28-AB455270376B}" srcId="{B7AD1CA8-9234-4414-8207-EBCD716ACFEF}" destId="{DB18DF8B-8DAE-4ED9-9FF9-676BB03C66AF}" srcOrd="5" destOrd="0" parTransId="{E3C79D20-7E64-4978-84DC-6C1A02D5D657}" sibTransId="{3B598E56-2AD8-4F89-AD8A-70033E6A2DE0}"/>
    <dgm:cxn modelId="{FEDCB7AF-55A2-4D29-AA1E-45A16A7591C3}" type="presOf" srcId="{515479B1-08BC-4973-8161-ABA72E151589}" destId="{0C3FAC17-AE18-4979-B87A-2FE2094A115F}" srcOrd="0" destOrd="0" presId="urn:microsoft.com/office/officeart/2005/8/layout/vProcess5"/>
    <dgm:cxn modelId="{809037B3-E2C7-4B8A-AA68-48E1E38F7056}" type="presOf" srcId="{74FE506A-A6AB-43AF-9341-30679B10E41E}" destId="{D4CF76FF-1C6F-4F14-A432-B30144C62DE1}" srcOrd="0" destOrd="0" presId="urn:microsoft.com/office/officeart/2005/8/layout/vProcess5"/>
    <dgm:cxn modelId="{181AF7CE-FDB0-429F-8A22-1CE7AA6F8A9A}" type="presOf" srcId="{052EF90A-9F78-47CC-A7EC-ABF35F4E672C}" destId="{1FC51CAD-BDD5-4476-A6B7-D1905FF6C919}" srcOrd="0" destOrd="0" presId="urn:microsoft.com/office/officeart/2005/8/layout/vProcess5"/>
    <dgm:cxn modelId="{EDA5D0E1-ACDD-41F1-8B3C-10C2522E49B2}" srcId="{B7AD1CA8-9234-4414-8207-EBCD716ACFEF}" destId="{51ADF1AE-42EC-455D-9F69-B1E455E4242D}" srcOrd="0" destOrd="0" parTransId="{F7BBABA2-6237-4934-A981-50D31B3F83A8}" sibTransId="{515479B1-08BC-4973-8161-ABA72E151589}"/>
    <dgm:cxn modelId="{4C52CCF5-2E9D-4B0B-B4DA-3B045C1E0DBA}" type="presOf" srcId="{74FE506A-A6AB-43AF-9341-30679B10E41E}" destId="{7E6FB258-C916-476B-B683-13867BD47BE8}" srcOrd="1" destOrd="0" presId="urn:microsoft.com/office/officeart/2005/8/layout/vProcess5"/>
    <dgm:cxn modelId="{F0B91DF8-B311-4925-85A9-4C54732881E5}" type="presOf" srcId="{97967938-54D9-45D2-9E54-D9E44BC66FD0}" destId="{FE59C80F-88EF-4632-B533-3CE63C70FF93}" srcOrd="0" destOrd="0" presId="urn:microsoft.com/office/officeart/2005/8/layout/vProcess5"/>
    <dgm:cxn modelId="{ABD113FB-27DE-4AB8-BE0C-965D77B4355A}" type="presOf" srcId="{F6CBBFE0-31D8-4DA0-9122-A1999E44216A}" destId="{D4A9EDAE-AD47-4DDA-A55E-64A13F6AC286}" srcOrd="1" destOrd="0" presId="urn:microsoft.com/office/officeart/2005/8/layout/vProcess5"/>
    <dgm:cxn modelId="{F74420FC-04A5-4A7B-ABA1-ABB48D3639CA}" srcId="{B7AD1CA8-9234-4414-8207-EBCD716ACFEF}" destId="{052EF90A-9F78-47CC-A7EC-ABF35F4E672C}" srcOrd="3" destOrd="0" parTransId="{0170D24C-A5BD-4EF4-95FB-26F3DDD4DF3F}" sibTransId="{97967938-54D9-45D2-9E54-D9E44BC66FD0}"/>
    <dgm:cxn modelId="{66644DFF-5D2F-4FCA-A367-D74E3114A009}" srcId="{B7AD1CA8-9234-4414-8207-EBCD716ACFEF}" destId="{74FE506A-A6AB-43AF-9341-30679B10E41E}" srcOrd="4" destOrd="0" parTransId="{4A93F4C5-54A1-430E-BE1C-AD5151EBCD42}" sibTransId="{742F4EE3-71C1-47D1-BAD0-E0E90032A413}"/>
    <dgm:cxn modelId="{73F54E9C-3449-4F4D-B478-ED18186E6B67}" type="presParOf" srcId="{B58B545A-F0F4-4799-BD8D-B7A5F907A859}" destId="{2E28E2D3-B5C5-48C6-BC49-4BD4003810BC}" srcOrd="0" destOrd="0" presId="urn:microsoft.com/office/officeart/2005/8/layout/vProcess5"/>
    <dgm:cxn modelId="{850E8B5B-91AE-4E53-A8D5-525D3BFEA308}" type="presParOf" srcId="{B58B545A-F0F4-4799-BD8D-B7A5F907A859}" destId="{15F8D498-E46B-42EB-800C-A8D34F6A8C04}" srcOrd="1" destOrd="0" presId="urn:microsoft.com/office/officeart/2005/8/layout/vProcess5"/>
    <dgm:cxn modelId="{1584262F-FDD9-4BA0-9B01-AFE7FCBA2539}" type="presParOf" srcId="{B58B545A-F0F4-4799-BD8D-B7A5F907A859}" destId="{51632778-A63D-4168-8464-BC2D557869FE}" srcOrd="2" destOrd="0" presId="urn:microsoft.com/office/officeart/2005/8/layout/vProcess5"/>
    <dgm:cxn modelId="{D2D0BC05-3940-4A3E-ABC0-6C32856C0B14}" type="presParOf" srcId="{B58B545A-F0F4-4799-BD8D-B7A5F907A859}" destId="{0F8A2329-CC4C-4F9C-85A8-47ED3F1EF934}" srcOrd="3" destOrd="0" presId="urn:microsoft.com/office/officeart/2005/8/layout/vProcess5"/>
    <dgm:cxn modelId="{473DC4D7-3510-42E7-A8EF-948FC02BAEF6}" type="presParOf" srcId="{B58B545A-F0F4-4799-BD8D-B7A5F907A859}" destId="{1FC51CAD-BDD5-4476-A6B7-D1905FF6C919}" srcOrd="4" destOrd="0" presId="urn:microsoft.com/office/officeart/2005/8/layout/vProcess5"/>
    <dgm:cxn modelId="{1A1FCF37-6339-409E-9D84-A3A958AA4F59}" type="presParOf" srcId="{B58B545A-F0F4-4799-BD8D-B7A5F907A859}" destId="{D4CF76FF-1C6F-4F14-A432-B30144C62DE1}" srcOrd="5" destOrd="0" presId="urn:microsoft.com/office/officeart/2005/8/layout/vProcess5"/>
    <dgm:cxn modelId="{7106E5FC-A4AD-4EC2-BF50-E2F39A29757B}" type="presParOf" srcId="{B58B545A-F0F4-4799-BD8D-B7A5F907A859}" destId="{0C3FAC17-AE18-4979-B87A-2FE2094A115F}" srcOrd="6" destOrd="0" presId="urn:microsoft.com/office/officeart/2005/8/layout/vProcess5"/>
    <dgm:cxn modelId="{3A7E4802-130E-4206-ABDE-4866C5094EF0}" type="presParOf" srcId="{B58B545A-F0F4-4799-BD8D-B7A5F907A859}" destId="{F8E4F00A-E583-4D87-8705-3AC04FAD0473}" srcOrd="7" destOrd="0" presId="urn:microsoft.com/office/officeart/2005/8/layout/vProcess5"/>
    <dgm:cxn modelId="{0D11AAF4-8E2C-4C67-8F09-12D461756BCE}" type="presParOf" srcId="{B58B545A-F0F4-4799-BD8D-B7A5F907A859}" destId="{054E765C-A694-4795-99C9-BB9948C2ABFE}" srcOrd="8" destOrd="0" presId="urn:microsoft.com/office/officeart/2005/8/layout/vProcess5"/>
    <dgm:cxn modelId="{616A2A14-7833-404E-A708-CC52E5A431F0}" type="presParOf" srcId="{B58B545A-F0F4-4799-BD8D-B7A5F907A859}" destId="{FE59C80F-88EF-4632-B533-3CE63C70FF93}" srcOrd="9" destOrd="0" presId="urn:microsoft.com/office/officeart/2005/8/layout/vProcess5"/>
    <dgm:cxn modelId="{84D73ACE-6CF0-4F12-94F3-20FF80448E1F}" type="presParOf" srcId="{B58B545A-F0F4-4799-BD8D-B7A5F907A859}" destId="{FA027B16-7308-40A0-9614-27B40690D81B}" srcOrd="10" destOrd="0" presId="urn:microsoft.com/office/officeart/2005/8/layout/vProcess5"/>
    <dgm:cxn modelId="{27245AD8-A3A9-4D63-AB06-72AE5B87BBBD}" type="presParOf" srcId="{B58B545A-F0F4-4799-BD8D-B7A5F907A859}" destId="{0FF3D4F0-B82D-4D14-892A-647A93C8A97B}" srcOrd="11" destOrd="0" presId="urn:microsoft.com/office/officeart/2005/8/layout/vProcess5"/>
    <dgm:cxn modelId="{7DD0B7D7-8876-4020-A613-C87D57DB7114}" type="presParOf" srcId="{B58B545A-F0F4-4799-BD8D-B7A5F907A859}" destId="{D4A9EDAE-AD47-4DDA-A55E-64A13F6AC286}" srcOrd="12" destOrd="0" presId="urn:microsoft.com/office/officeart/2005/8/layout/vProcess5"/>
    <dgm:cxn modelId="{0AB21509-C673-41A0-A5AC-5FFB4D707ED7}" type="presParOf" srcId="{B58B545A-F0F4-4799-BD8D-B7A5F907A859}" destId="{14E4366D-CE80-44D8-BD04-9AC4FAE56153}" srcOrd="13" destOrd="0" presId="urn:microsoft.com/office/officeart/2005/8/layout/vProcess5"/>
    <dgm:cxn modelId="{52F9E0D7-4B60-4DE4-8B29-2C8ED551245F}" type="presParOf" srcId="{B58B545A-F0F4-4799-BD8D-B7A5F907A859}" destId="{7E6FB258-C916-476B-B683-13867BD47BE8}" srcOrd="14" destOrd="0" presId="urn:microsoft.com/office/officeart/2005/8/layout/vProcess5"/>
  </dgm:cxnLst>
  <dgm:bg>
    <a:noFill/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7AD1CA8-9234-4414-8207-EBCD716ACFEF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51ADF1AE-42EC-455D-9F69-B1E455E4242D}">
      <dgm:prSet phldrT="[Text]" phldr="0" custT="1"/>
      <dgm:spPr/>
      <dgm:t>
        <a:bodyPr/>
        <a:lstStyle/>
        <a:p>
          <a:r>
            <a:rPr lang="es-PE" sz="1600" b="1" dirty="0"/>
            <a:t>Usuario pregunta (“</a:t>
          </a:r>
          <a:r>
            <a:rPr lang="es-PE" sz="1600" b="1" dirty="0" err="1"/>
            <a:t>query</a:t>
          </a:r>
          <a:r>
            <a:rPr lang="es-PE" sz="1600" b="1" dirty="0"/>
            <a:t>”)</a:t>
          </a:r>
        </a:p>
      </dgm:t>
    </dgm:pt>
    <dgm:pt modelId="{F7BBABA2-6237-4934-A981-50D31B3F83A8}" type="parTrans" cxnId="{EDA5D0E1-ACDD-41F1-8B3C-10C2522E49B2}">
      <dgm:prSet/>
      <dgm:spPr/>
      <dgm:t>
        <a:bodyPr/>
        <a:lstStyle/>
        <a:p>
          <a:endParaRPr lang="es-PE" sz="1600" b="1"/>
        </a:p>
      </dgm:t>
    </dgm:pt>
    <dgm:pt modelId="{515479B1-08BC-4973-8161-ABA72E151589}" type="sibTrans" cxnId="{EDA5D0E1-ACDD-41F1-8B3C-10C2522E49B2}">
      <dgm:prSet custT="1"/>
      <dgm:spPr/>
      <dgm:t>
        <a:bodyPr/>
        <a:lstStyle/>
        <a:p>
          <a:endParaRPr lang="es-PE" sz="1600" b="1"/>
        </a:p>
      </dgm:t>
    </dgm:pt>
    <dgm:pt modelId="{8EF21436-1B4D-4C27-92C9-C866AEA2E938}">
      <dgm:prSet phldrT="[Text]" phldr="0" custT="1"/>
      <dgm:spPr/>
      <dgm:t>
        <a:bodyPr/>
        <a:lstStyle/>
        <a:p>
          <a:r>
            <a:rPr lang="es-PE" sz="1600" b="1" dirty="0"/>
            <a:t>FAISS HNSW</a:t>
          </a:r>
        </a:p>
      </dgm:t>
    </dgm:pt>
    <dgm:pt modelId="{5AF03D8B-2D67-4455-96C6-41C93CBAF3CF}" type="parTrans" cxnId="{55233725-A6AE-481A-A5F5-CFBFCCA60A56}">
      <dgm:prSet/>
      <dgm:spPr/>
      <dgm:t>
        <a:bodyPr/>
        <a:lstStyle/>
        <a:p>
          <a:endParaRPr lang="es-PE" sz="1600" b="1"/>
        </a:p>
      </dgm:t>
    </dgm:pt>
    <dgm:pt modelId="{3981F79A-81B9-4ED1-80F8-746E646226D3}" type="sibTrans" cxnId="{55233725-A6AE-481A-A5F5-CFBFCCA60A56}">
      <dgm:prSet custT="1"/>
      <dgm:spPr/>
      <dgm:t>
        <a:bodyPr/>
        <a:lstStyle/>
        <a:p>
          <a:endParaRPr lang="es-PE" sz="1600" b="1"/>
        </a:p>
      </dgm:t>
    </dgm:pt>
    <dgm:pt modelId="{F6CBBFE0-31D8-4DA0-9122-A1999E44216A}">
      <dgm:prSet phldrT="[Text]" phldr="0" custT="1"/>
      <dgm:spPr/>
      <dgm:t>
        <a:bodyPr/>
        <a:lstStyle/>
        <a:p>
          <a:r>
            <a:rPr lang="es-PE" sz="1600" b="1" dirty="0" err="1"/>
            <a:t>Citation</a:t>
          </a:r>
          <a:r>
            <a:rPr lang="es-PE" sz="1600" b="1" dirty="0"/>
            <a:t> per </a:t>
          </a:r>
          <a:r>
            <a:rPr lang="es-PE" sz="1600" b="1" dirty="0" err="1"/>
            <a:t>setence</a:t>
          </a:r>
          <a:endParaRPr lang="es-PE" sz="1600" b="1" dirty="0"/>
        </a:p>
      </dgm:t>
    </dgm:pt>
    <dgm:pt modelId="{BC169BE0-CE89-46D9-9919-D3DC650FA52E}" type="parTrans" cxnId="{E32B6E0A-C64C-4759-947F-29971CB70C70}">
      <dgm:prSet/>
      <dgm:spPr/>
      <dgm:t>
        <a:bodyPr/>
        <a:lstStyle/>
        <a:p>
          <a:endParaRPr lang="es-PE" sz="1600" b="1"/>
        </a:p>
      </dgm:t>
    </dgm:pt>
    <dgm:pt modelId="{A84BDE81-D7D7-499B-8E28-25AA8BA265BA}" type="sibTrans" cxnId="{E32B6E0A-C64C-4759-947F-29971CB70C70}">
      <dgm:prSet custT="1"/>
      <dgm:spPr/>
      <dgm:t>
        <a:bodyPr/>
        <a:lstStyle/>
        <a:p>
          <a:endParaRPr lang="es-PE" sz="1600" b="1"/>
        </a:p>
      </dgm:t>
    </dgm:pt>
    <dgm:pt modelId="{052EF90A-9F78-47CC-A7EC-ABF35F4E672C}">
      <dgm:prSet phldrT="[Text]" phldr="0" custT="1"/>
      <dgm:spPr/>
      <dgm:t>
        <a:bodyPr/>
        <a:lstStyle/>
        <a:p>
          <a:r>
            <a:rPr lang="es-PE" sz="1600" b="1" dirty="0" err="1"/>
            <a:t>Hallucination</a:t>
          </a:r>
          <a:r>
            <a:rPr lang="es-PE" sz="1600" b="1" dirty="0"/>
            <a:t> </a:t>
          </a:r>
          <a:r>
            <a:rPr lang="es-PE" sz="1600" b="1" dirty="0" err="1"/>
            <a:t>guard</a:t>
          </a:r>
          <a:endParaRPr lang="es-PE" sz="1600" b="1" dirty="0"/>
        </a:p>
      </dgm:t>
    </dgm:pt>
    <dgm:pt modelId="{0170D24C-A5BD-4EF4-95FB-26F3DDD4DF3F}" type="parTrans" cxnId="{F74420FC-04A5-4A7B-ABA1-ABB48D3639CA}">
      <dgm:prSet/>
      <dgm:spPr/>
      <dgm:t>
        <a:bodyPr/>
        <a:lstStyle/>
        <a:p>
          <a:endParaRPr lang="es-PE" sz="1600" b="1"/>
        </a:p>
      </dgm:t>
    </dgm:pt>
    <dgm:pt modelId="{97967938-54D9-45D2-9E54-D9E44BC66FD0}" type="sibTrans" cxnId="{F74420FC-04A5-4A7B-ABA1-ABB48D3639CA}">
      <dgm:prSet custT="1"/>
      <dgm:spPr/>
      <dgm:t>
        <a:bodyPr/>
        <a:lstStyle/>
        <a:p>
          <a:endParaRPr lang="es-PE" sz="1600" b="1"/>
        </a:p>
      </dgm:t>
    </dgm:pt>
    <dgm:pt modelId="{B58B545A-F0F4-4799-BD8D-B7A5F907A859}" type="pres">
      <dgm:prSet presAssocID="{B7AD1CA8-9234-4414-8207-EBCD716ACFEF}" presName="outerComposite" presStyleCnt="0">
        <dgm:presLayoutVars>
          <dgm:chMax val="5"/>
          <dgm:dir/>
          <dgm:resizeHandles val="exact"/>
        </dgm:presLayoutVars>
      </dgm:prSet>
      <dgm:spPr/>
    </dgm:pt>
    <dgm:pt modelId="{2E28E2D3-B5C5-48C6-BC49-4BD4003810BC}" type="pres">
      <dgm:prSet presAssocID="{B7AD1CA8-9234-4414-8207-EBCD716ACFEF}" presName="dummyMaxCanvas" presStyleCnt="0">
        <dgm:presLayoutVars/>
      </dgm:prSet>
      <dgm:spPr/>
    </dgm:pt>
    <dgm:pt modelId="{DD222FF4-06CC-48B9-9258-B62BAB91BAB0}" type="pres">
      <dgm:prSet presAssocID="{B7AD1CA8-9234-4414-8207-EBCD716ACFEF}" presName="FourNodes_1" presStyleLbl="node1" presStyleIdx="0" presStyleCnt="4">
        <dgm:presLayoutVars>
          <dgm:bulletEnabled val="1"/>
        </dgm:presLayoutVars>
      </dgm:prSet>
      <dgm:spPr/>
    </dgm:pt>
    <dgm:pt modelId="{401E884E-B3A6-4F4D-866F-97C7549DB6D1}" type="pres">
      <dgm:prSet presAssocID="{B7AD1CA8-9234-4414-8207-EBCD716ACFEF}" presName="FourNodes_2" presStyleLbl="node1" presStyleIdx="1" presStyleCnt="4">
        <dgm:presLayoutVars>
          <dgm:bulletEnabled val="1"/>
        </dgm:presLayoutVars>
      </dgm:prSet>
      <dgm:spPr/>
    </dgm:pt>
    <dgm:pt modelId="{77A4F140-442B-403C-9B03-7748555A37BC}" type="pres">
      <dgm:prSet presAssocID="{B7AD1CA8-9234-4414-8207-EBCD716ACFEF}" presName="FourNodes_3" presStyleLbl="node1" presStyleIdx="2" presStyleCnt="4">
        <dgm:presLayoutVars>
          <dgm:bulletEnabled val="1"/>
        </dgm:presLayoutVars>
      </dgm:prSet>
      <dgm:spPr/>
    </dgm:pt>
    <dgm:pt modelId="{BA491C0E-9F51-422A-AAE1-086ED7E84EB0}" type="pres">
      <dgm:prSet presAssocID="{B7AD1CA8-9234-4414-8207-EBCD716ACFEF}" presName="FourNodes_4" presStyleLbl="node1" presStyleIdx="3" presStyleCnt="4">
        <dgm:presLayoutVars>
          <dgm:bulletEnabled val="1"/>
        </dgm:presLayoutVars>
      </dgm:prSet>
      <dgm:spPr/>
    </dgm:pt>
    <dgm:pt modelId="{24BFE18F-8629-47BD-B747-AB49381A3A1F}" type="pres">
      <dgm:prSet presAssocID="{B7AD1CA8-9234-4414-8207-EBCD716ACFEF}" presName="FourConn_1-2" presStyleLbl="fgAccFollowNode1" presStyleIdx="0" presStyleCnt="3">
        <dgm:presLayoutVars>
          <dgm:bulletEnabled val="1"/>
        </dgm:presLayoutVars>
      </dgm:prSet>
      <dgm:spPr/>
    </dgm:pt>
    <dgm:pt modelId="{17CC9BA9-E8B1-414C-85DE-32BD7DF9EF39}" type="pres">
      <dgm:prSet presAssocID="{B7AD1CA8-9234-4414-8207-EBCD716ACFEF}" presName="FourConn_2-3" presStyleLbl="fgAccFollowNode1" presStyleIdx="1" presStyleCnt="3">
        <dgm:presLayoutVars>
          <dgm:bulletEnabled val="1"/>
        </dgm:presLayoutVars>
      </dgm:prSet>
      <dgm:spPr/>
    </dgm:pt>
    <dgm:pt modelId="{37592FF5-F641-4050-A368-8D690C66FBC0}" type="pres">
      <dgm:prSet presAssocID="{B7AD1CA8-9234-4414-8207-EBCD716ACFEF}" presName="FourConn_3-4" presStyleLbl="fgAccFollowNode1" presStyleIdx="2" presStyleCnt="3">
        <dgm:presLayoutVars>
          <dgm:bulletEnabled val="1"/>
        </dgm:presLayoutVars>
      </dgm:prSet>
      <dgm:spPr/>
    </dgm:pt>
    <dgm:pt modelId="{DF8C51DA-122F-4E9C-80A6-1CFDDA13BFD8}" type="pres">
      <dgm:prSet presAssocID="{B7AD1CA8-9234-4414-8207-EBCD716ACFEF}" presName="FourNodes_1_text" presStyleLbl="node1" presStyleIdx="3" presStyleCnt="4">
        <dgm:presLayoutVars>
          <dgm:bulletEnabled val="1"/>
        </dgm:presLayoutVars>
      </dgm:prSet>
      <dgm:spPr/>
    </dgm:pt>
    <dgm:pt modelId="{AB12557B-4DAE-46A2-806B-DD11CEC6B0EE}" type="pres">
      <dgm:prSet presAssocID="{B7AD1CA8-9234-4414-8207-EBCD716ACFEF}" presName="FourNodes_2_text" presStyleLbl="node1" presStyleIdx="3" presStyleCnt="4">
        <dgm:presLayoutVars>
          <dgm:bulletEnabled val="1"/>
        </dgm:presLayoutVars>
      </dgm:prSet>
      <dgm:spPr/>
    </dgm:pt>
    <dgm:pt modelId="{5B264A99-408A-44AB-94FC-F99D05285E91}" type="pres">
      <dgm:prSet presAssocID="{B7AD1CA8-9234-4414-8207-EBCD716ACFEF}" presName="FourNodes_3_text" presStyleLbl="node1" presStyleIdx="3" presStyleCnt="4">
        <dgm:presLayoutVars>
          <dgm:bulletEnabled val="1"/>
        </dgm:presLayoutVars>
      </dgm:prSet>
      <dgm:spPr/>
    </dgm:pt>
    <dgm:pt modelId="{3B6AC8CD-EF3A-4B98-9535-17B8004E55A1}" type="pres">
      <dgm:prSet presAssocID="{B7AD1CA8-9234-4414-8207-EBCD716ACFEF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EB75BE02-E876-4D01-A62A-F2DA1E41E75B}" type="presOf" srcId="{515479B1-08BC-4973-8161-ABA72E151589}" destId="{24BFE18F-8629-47BD-B747-AB49381A3A1F}" srcOrd="0" destOrd="0" presId="urn:microsoft.com/office/officeart/2005/8/layout/vProcess5"/>
    <dgm:cxn modelId="{E32B6E0A-C64C-4759-947F-29971CB70C70}" srcId="{B7AD1CA8-9234-4414-8207-EBCD716ACFEF}" destId="{F6CBBFE0-31D8-4DA0-9122-A1999E44216A}" srcOrd="2" destOrd="0" parTransId="{BC169BE0-CE89-46D9-9919-D3DC650FA52E}" sibTransId="{A84BDE81-D7D7-499B-8E28-25AA8BA265BA}"/>
    <dgm:cxn modelId="{633AA90F-03A3-4CBF-845D-E7C2121B4D67}" type="presOf" srcId="{3981F79A-81B9-4ED1-80F8-746E646226D3}" destId="{17CC9BA9-E8B1-414C-85DE-32BD7DF9EF39}" srcOrd="0" destOrd="0" presId="urn:microsoft.com/office/officeart/2005/8/layout/vProcess5"/>
    <dgm:cxn modelId="{55233725-A6AE-481A-A5F5-CFBFCCA60A56}" srcId="{B7AD1CA8-9234-4414-8207-EBCD716ACFEF}" destId="{8EF21436-1B4D-4C27-92C9-C866AEA2E938}" srcOrd="1" destOrd="0" parTransId="{5AF03D8B-2D67-4455-96C6-41C93CBAF3CF}" sibTransId="{3981F79A-81B9-4ED1-80F8-746E646226D3}"/>
    <dgm:cxn modelId="{45488B31-A548-4B44-92FE-E6C6CCFFF9ED}" type="presOf" srcId="{F6CBBFE0-31D8-4DA0-9122-A1999E44216A}" destId="{77A4F140-442B-403C-9B03-7748555A37BC}" srcOrd="0" destOrd="0" presId="urn:microsoft.com/office/officeart/2005/8/layout/vProcess5"/>
    <dgm:cxn modelId="{8A68DA3B-DBFB-4D98-8382-10496A0579DC}" type="presOf" srcId="{F6CBBFE0-31D8-4DA0-9122-A1999E44216A}" destId="{5B264A99-408A-44AB-94FC-F99D05285E91}" srcOrd="1" destOrd="0" presId="urn:microsoft.com/office/officeart/2005/8/layout/vProcess5"/>
    <dgm:cxn modelId="{FD034369-EBF5-4AF2-A60D-39A72A36E08E}" type="presOf" srcId="{052EF90A-9F78-47CC-A7EC-ABF35F4E672C}" destId="{BA491C0E-9F51-422A-AAE1-086ED7E84EB0}" srcOrd="0" destOrd="0" presId="urn:microsoft.com/office/officeart/2005/8/layout/vProcess5"/>
    <dgm:cxn modelId="{5477904C-0102-4017-8260-9BDEAB32BAD7}" type="presOf" srcId="{8EF21436-1B4D-4C27-92C9-C866AEA2E938}" destId="{AB12557B-4DAE-46A2-806B-DD11CEC6B0EE}" srcOrd="1" destOrd="0" presId="urn:microsoft.com/office/officeart/2005/8/layout/vProcess5"/>
    <dgm:cxn modelId="{525C4792-B0D4-481E-AB4D-570E12C6A6B3}" type="presOf" srcId="{B7AD1CA8-9234-4414-8207-EBCD716ACFEF}" destId="{B58B545A-F0F4-4799-BD8D-B7A5F907A859}" srcOrd="0" destOrd="0" presId="urn:microsoft.com/office/officeart/2005/8/layout/vProcess5"/>
    <dgm:cxn modelId="{3EDB02AC-6D9F-48C7-9953-AAED376ED594}" type="presOf" srcId="{51ADF1AE-42EC-455D-9F69-B1E455E4242D}" destId="{DF8C51DA-122F-4E9C-80A6-1CFDDA13BFD8}" srcOrd="1" destOrd="0" presId="urn:microsoft.com/office/officeart/2005/8/layout/vProcess5"/>
    <dgm:cxn modelId="{AED697C0-661B-426E-951C-6D461AFEC649}" type="presOf" srcId="{A84BDE81-D7D7-499B-8E28-25AA8BA265BA}" destId="{37592FF5-F641-4050-A368-8D690C66FBC0}" srcOrd="0" destOrd="0" presId="urn:microsoft.com/office/officeart/2005/8/layout/vProcess5"/>
    <dgm:cxn modelId="{842A4ECD-8450-4F78-A376-6EB64DB088BE}" type="presOf" srcId="{052EF90A-9F78-47CC-A7EC-ABF35F4E672C}" destId="{3B6AC8CD-EF3A-4B98-9535-17B8004E55A1}" srcOrd="1" destOrd="0" presId="urn:microsoft.com/office/officeart/2005/8/layout/vProcess5"/>
    <dgm:cxn modelId="{28D295D0-D85D-4C9A-B7E1-1CD46A251087}" type="presOf" srcId="{51ADF1AE-42EC-455D-9F69-B1E455E4242D}" destId="{DD222FF4-06CC-48B9-9258-B62BAB91BAB0}" srcOrd="0" destOrd="0" presId="urn:microsoft.com/office/officeart/2005/8/layout/vProcess5"/>
    <dgm:cxn modelId="{EDA5D0E1-ACDD-41F1-8B3C-10C2522E49B2}" srcId="{B7AD1CA8-9234-4414-8207-EBCD716ACFEF}" destId="{51ADF1AE-42EC-455D-9F69-B1E455E4242D}" srcOrd="0" destOrd="0" parTransId="{F7BBABA2-6237-4934-A981-50D31B3F83A8}" sibTransId="{515479B1-08BC-4973-8161-ABA72E151589}"/>
    <dgm:cxn modelId="{F74420FC-04A5-4A7B-ABA1-ABB48D3639CA}" srcId="{B7AD1CA8-9234-4414-8207-EBCD716ACFEF}" destId="{052EF90A-9F78-47CC-A7EC-ABF35F4E672C}" srcOrd="3" destOrd="0" parTransId="{0170D24C-A5BD-4EF4-95FB-26F3DDD4DF3F}" sibTransId="{97967938-54D9-45D2-9E54-D9E44BC66FD0}"/>
    <dgm:cxn modelId="{CAFFDCFC-E070-423E-8C4F-B7F317AAB641}" type="presOf" srcId="{8EF21436-1B4D-4C27-92C9-C866AEA2E938}" destId="{401E884E-B3A6-4F4D-866F-97C7549DB6D1}" srcOrd="0" destOrd="0" presId="urn:microsoft.com/office/officeart/2005/8/layout/vProcess5"/>
    <dgm:cxn modelId="{73F54E9C-3449-4F4D-B478-ED18186E6B67}" type="presParOf" srcId="{B58B545A-F0F4-4799-BD8D-B7A5F907A859}" destId="{2E28E2D3-B5C5-48C6-BC49-4BD4003810BC}" srcOrd="0" destOrd="0" presId="urn:microsoft.com/office/officeart/2005/8/layout/vProcess5"/>
    <dgm:cxn modelId="{EA47F579-3586-4D7B-8C51-11376579E0A4}" type="presParOf" srcId="{B58B545A-F0F4-4799-BD8D-B7A5F907A859}" destId="{DD222FF4-06CC-48B9-9258-B62BAB91BAB0}" srcOrd="1" destOrd="0" presId="urn:microsoft.com/office/officeart/2005/8/layout/vProcess5"/>
    <dgm:cxn modelId="{DE760671-9947-44F7-9FFB-7C7ABECF3DF4}" type="presParOf" srcId="{B58B545A-F0F4-4799-BD8D-B7A5F907A859}" destId="{401E884E-B3A6-4F4D-866F-97C7549DB6D1}" srcOrd="2" destOrd="0" presId="urn:microsoft.com/office/officeart/2005/8/layout/vProcess5"/>
    <dgm:cxn modelId="{C54753EA-23E0-486B-AE20-37809AD95866}" type="presParOf" srcId="{B58B545A-F0F4-4799-BD8D-B7A5F907A859}" destId="{77A4F140-442B-403C-9B03-7748555A37BC}" srcOrd="3" destOrd="0" presId="urn:microsoft.com/office/officeart/2005/8/layout/vProcess5"/>
    <dgm:cxn modelId="{3810D4A5-4E15-46F3-8E5D-3CFDC95F2347}" type="presParOf" srcId="{B58B545A-F0F4-4799-BD8D-B7A5F907A859}" destId="{BA491C0E-9F51-422A-AAE1-086ED7E84EB0}" srcOrd="4" destOrd="0" presId="urn:microsoft.com/office/officeart/2005/8/layout/vProcess5"/>
    <dgm:cxn modelId="{20323B3B-BF11-4BF4-B2F6-B37A2182129D}" type="presParOf" srcId="{B58B545A-F0F4-4799-BD8D-B7A5F907A859}" destId="{24BFE18F-8629-47BD-B747-AB49381A3A1F}" srcOrd="5" destOrd="0" presId="urn:microsoft.com/office/officeart/2005/8/layout/vProcess5"/>
    <dgm:cxn modelId="{371DFEB7-0F42-47F3-8025-6902E39771E9}" type="presParOf" srcId="{B58B545A-F0F4-4799-BD8D-B7A5F907A859}" destId="{17CC9BA9-E8B1-414C-85DE-32BD7DF9EF39}" srcOrd="6" destOrd="0" presId="urn:microsoft.com/office/officeart/2005/8/layout/vProcess5"/>
    <dgm:cxn modelId="{5CC2FBDD-D6C9-40A2-AC98-064EEB84BCCD}" type="presParOf" srcId="{B58B545A-F0F4-4799-BD8D-B7A5F907A859}" destId="{37592FF5-F641-4050-A368-8D690C66FBC0}" srcOrd="7" destOrd="0" presId="urn:microsoft.com/office/officeart/2005/8/layout/vProcess5"/>
    <dgm:cxn modelId="{B0E590C3-2AEF-45EE-ACDD-2E9507D1DEA4}" type="presParOf" srcId="{B58B545A-F0F4-4799-BD8D-B7A5F907A859}" destId="{DF8C51DA-122F-4E9C-80A6-1CFDDA13BFD8}" srcOrd="8" destOrd="0" presId="urn:microsoft.com/office/officeart/2005/8/layout/vProcess5"/>
    <dgm:cxn modelId="{F5574763-7BFA-4BE0-95FE-D046B3CEB065}" type="presParOf" srcId="{B58B545A-F0F4-4799-BD8D-B7A5F907A859}" destId="{AB12557B-4DAE-46A2-806B-DD11CEC6B0EE}" srcOrd="9" destOrd="0" presId="urn:microsoft.com/office/officeart/2005/8/layout/vProcess5"/>
    <dgm:cxn modelId="{400C4192-C1D3-4512-9E25-76CEF3066230}" type="presParOf" srcId="{B58B545A-F0F4-4799-BD8D-B7A5F907A859}" destId="{5B264A99-408A-44AB-94FC-F99D05285E91}" srcOrd="10" destOrd="0" presId="urn:microsoft.com/office/officeart/2005/8/layout/vProcess5"/>
    <dgm:cxn modelId="{C8117769-0D6B-4578-BD9D-A7B247B370CD}" type="presParOf" srcId="{B58B545A-F0F4-4799-BD8D-B7A5F907A859}" destId="{3B6AC8CD-EF3A-4B98-9535-17B8004E55A1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F8D498-E46B-42EB-800C-A8D34F6A8C04}">
      <dsp:nvSpPr>
        <dsp:cNvPr id="0" name=""/>
        <dsp:cNvSpPr/>
      </dsp:nvSpPr>
      <dsp:spPr>
        <a:xfrm>
          <a:off x="0" y="0"/>
          <a:ext cx="4218001" cy="10052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0" kern="1200" dirty="0"/>
            <a:t>1. Documentos Corpus: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0" kern="1200" dirty="0"/>
            <a:t>Uso del </a:t>
          </a:r>
          <a:r>
            <a:rPr lang="es-PE" sz="1400" b="0" kern="1200" dirty="0" err="1"/>
            <a:t>dataset</a:t>
          </a:r>
          <a:r>
            <a:rPr lang="es-PE" sz="1400" b="0" kern="1200" dirty="0"/>
            <a:t> MS Marco</a:t>
          </a:r>
        </a:p>
      </dsp:txBody>
      <dsp:txXfrm>
        <a:off x="29444" y="29444"/>
        <a:ext cx="3015607" cy="946392"/>
      </dsp:txXfrm>
    </dsp:sp>
    <dsp:sp modelId="{51632778-A63D-4168-8464-BC2D557869FE}">
      <dsp:nvSpPr>
        <dsp:cNvPr id="0" name=""/>
        <dsp:cNvSpPr/>
      </dsp:nvSpPr>
      <dsp:spPr>
        <a:xfrm>
          <a:off x="314980" y="1144902"/>
          <a:ext cx="4218001" cy="10052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0" kern="1200" dirty="0"/>
            <a:t>2. </a:t>
          </a:r>
          <a:r>
            <a:rPr lang="es-PE" sz="1400" b="0" kern="1200" dirty="0" err="1"/>
            <a:t>Chunking</a:t>
          </a:r>
          <a:r>
            <a:rPr lang="es-PE" sz="1400" b="0" kern="1200" dirty="0"/>
            <a:t> + </a:t>
          </a:r>
          <a:r>
            <a:rPr lang="es-PE" sz="1400" b="0" kern="1200" dirty="0" err="1"/>
            <a:t>Overlap</a:t>
          </a:r>
          <a:r>
            <a:rPr lang="es-PE" sz="1400" b="0" kern="1200" dirty="0"/>
            <a:t>: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0" kern="1200" dirty="0" err="1"/>
            <a:t>Chunk</a:t>
          </a:r>
          <a:r>
            <a:rPr lang="es-PE" sz="1400" b="0" kern="1200" dirty="0"/>
            <a:t> </a:t>
          </a:r>
          <a:r>
            <a:rPr lang="es-PE" sz="1400" b="0" kern="1200" dirty="0" err="1"/>
            <a:t>size</a:t>
          </a:r>
          <a:r>
            <a:rPr lang="es-PE" sz="1400" b="0" kern="1200" dirty="0"/>
            <a:t>: 80, </a:t>
          </a:r>
          <a:r>
            <a:rPr lang="es-PE" sz="1400" b="0" kern="1200" dirty="0" err="1"/>
            <a:t>Overlap</a:t>
          </a:r>
          <a:r>
            <a:rPr lang="es-PE" sz="1400" b="0" kern="1200" dirty="0"/>
            <a:t>: 20</a:t>
          </a:r>
        </a:p>
      </dsp:txBody>
      <dsp:txXfrm>
        <a:off x="344424" y="1174346"/>
        <a:ext cx="3190700" cy="946392"/>
      </dsp:txXfrm>
    </dsp:sp>
    <dsp:sp modelId="{0F8A2329-CC4C-4F9C-85A8-47ED3F1EF934}">
      <dsp:nvSpPr>
        <dsp:cNvPr id="0" name=""/>
        <dsp:cNvSpPr/>
      </dsp:nvSpPr>
      <dsp:spPr>
        <a:xfrm>
          <a:off x="629961" y="2289805"/>
          <a:ext cx="4218001" cy="10052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0" kern="1200" dirty="0"/>
            <a:t>3. Indexación vectorial (</a:t>
          </a:r>
          <a:r>
            <a:rPr lang="es-PE" sz="1400" b="0" kern="1200" dirty="0" err="1"/>
            <a:t>Embeddings</a:t>
          </a:r>
          <a:r>
            <a:rPr lang="es-PE" sz="1400" b="0" kern="1200" dirty="0"/>
            <a:t>): BAAI/bge-large-en-v1.5</a:t>
          </a:r>
        </a:p>
      </dsp:txBody>
      <dsp:txXfrm>
        <a:off x="659405" y="2319249"/>
        <a:ext cx="3190700" cy="946392"/>
      </dsp:txXfrm>
    </dsp:sp>
    <dsp:sp modelId="{1FC51CAD-BDD5-4476-A6B7-D1905FF6C919}">
      <dsp:nvSpPr>
        <dsp:cNvPr id="0" name=""/>
        <dsp:cNvSpPr/>
      </dsp:nvSpPr>
      <dsp:spPr>
        <a:xfrm>
          <a:off x="944941" y="3434707"/>
          <a:ext cx="4218001" cy="10052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0" i="0" kern="1200" dirty="0"/>
            <a:t>4. FAISS HNSW</a:t>
          </a:r>
          <a:endParaRPr lang="es-PE" sz="1400" b="0" kern="1200" dirty="0"/>
        </a:p>
      </dsp:txBody>
      <dsp:txXfrm>
        <a:off x="974385" y="3464151"/>
        <a:ext cx="3190700" cy="946392"/>
      </dsp:txXfrm>
    </dsp:sp>
    <dsp:sp modelId="{D4CF76FF-1C6F-4F14-A432-B30144C62DE1}">
      <dsp:nvSpPr>
        <dsp:cNvPr id="0" name=""/>
        <dsp:cNvSpPr/>
      </dsp:nvSpPr>
      <dsp:spPr>
        <a:xfrm>
          <a:off x="1259922" y="4579610"/>
          <a:ext cx="4218001" cy="10052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0" kern="1200" dirty="0"/>
            <a:t>5. </a:t>
          </a:r>
          <a:r>
            <a:rPr lang="es-PE" sz="1400" b="0" kern="1200" dirty="0" err="1"/>
            <a:t>Retrieval</a:t>
          </a:r>
          <a:endParaRPr lang="es-PE" sz="1400" b="0" kern="1200" dirty="0"/>
        </a:p>
      </dsp:txBody>
      <dsp:txXfrm>
        <a:off x="1289366" y="4609054"/>
        <a:ext cx="3190700" cy="946392"/>
      </dsp:txXfrm>
    </dsp:sp>
    <dsp:sp modelId="{0C3FAC17-AE18-4979-B87A-2FE2094A115F}">
      <dsp:nvSpPr>
        <dsp:cNvPr id="0" name=""/>
        <dsp:cNvSpPr/>
      </dsp:nvSpPr>
      <dsp:spPr>
        <a:xfrm>
          <a:off x="3564569" y="734413"/>
          <a:ext cx="653432" cy="65343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400" b="0" kern="1200"/>
        </a:p>
      </dsp:txBody>
      <dsp:txXfrm>
        <a:off x="3711591" y="734413"/>
        <a:ext cx="359388" cy="491708"/>
      </dsp:txXfrm>
    </dsp:sp>
    <dsp:sp modelId="{F8E4F00A-E583-4D87-8705-3AC04FAD0473}">
      <dsp:nvSpPr>
        <dsp:cNvPr id="0" name=""/>
        <dsp:cNvSpPr/>
      </dsp:nvSpPr>
      <dsp:spPr>
        <a:xfrm>
          <a:off x="3879549" y="1879315"/>
          <a:ext cx="653432" cy="65343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400" b="0" kern="1200"/>
        </a:p>
      </dsp:txBody>
      <dsp:txXfrm>
        <a:off x="4026571" y="1879315"/>
        <a:ext cx="359388" cy="491708"/>
      </dsp:txXfrm>
    </dsp:sp>
    <dsp:sp modelId="{054E765C-A694-4795-99C9-BB9948C2ABFE}">
      <dsp:nvSpPr>
        <dsp:cNvPr id="0" name=""/>
        <dsp:cNvSpPr/>
      </dsp:nvSpPr>
      <dsp:spPr>
        <a:xfrm>
          <a:off x="4194530" y="3007463"/>
          <a:ext cx="653432" cy="65343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400" b="0" kern="1200"/>
        </a:p>
      </dsp:txBody>
      <dsp:txXfrm>
        <a:off x="4341552" y="3007463"/>
        <a:ext cx="359388" cy="491708"/>
      </dsp:txXfrm>
    </dsp:sp>
    <dsp:sp modelId="{FE59C80F-88EF-4632-B533-3CE63C70FF93}">
      <dsp:nvSpPr>
        <dsp:cNvPr id="0" name=""/>
        <dsp:cNvSpPr/>
      </dsp:nvSpPr>
      <dsp:spPr>
        <a:xfrm>
          <a:off x="4509511" y="4163536"/>
          <a:ext cx="653432" cy="65343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400" b="0" kern="1200"/>
        </a:p>
      </dsp:txBody>
      <dsp:txXfrm>
        <a:off x="4656533" y="4163536"/>
        <a:ext cx="359388" cy="4917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F8D498-E46B-42EB-800C-A8D34F6A8C04}">
      <dsp:nvSpPr>
        <dsp:cNvPr id="0" name=""/>
        <dsp:cNvSpPr/>
      </dsp:nvSpPr>
      <dsp:spPr>
        <a:xfrm>
          <a:off x="0" y="0"/>
          <a:ext cx="4218001" cy="10052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0" kern="1200" dirty="0"/>
            <a:t>6. </a:t>
          </a:r>
          <a:r>
            <a:rPr lang="es-PE" sz="1400" b="0" kern="1200" dirty="0" err="1"/>
            <a:t>Reranker</a:t>
          </a:r>
          <a:endParaRPr lang="es-PE" sz="1400" b="0" kern="1200" dirty="0"/>
        </a:p>
      </dsp:txBody>
      <dsp:txXfrm>
        <a:off x="29444" y="29444"/>
        <a:ext cx="3015607" cy="946392"/>
      </dsp:txXfrm>
    </dsp:sp>
    <dsp:sp modelId="{51632778-A63D-4168-8464-BC2D557869FE}">
      <dsp:nvSpPr>
        <dsp:cNvPr id="0" name=""/>
        <dsp:cNvSpPr/>
      </dsp:nvSpPr>
      <dsp:spPr>
        <a:xfrm>
          <a:off x="314980" y="1144902"/>
          <a:ext cx="4218001" cy="10052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0" kern="1200" dirty="0"/>
            <a:t>7. LLM </a:t>
          </a:r>
          <a:r>
            <a:rPr lang="es-PE" sz="1400" b="0" kern="1200" dirty="0" err="1"/>
            <a:t>Qwen</a:t>
          </a:r>
          <a:r>
            <a:rPr lang="es-PE" sz="1400" b="0" kern="1200" dirty="0"/>
            <a:t>: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0" kern="1200" dirty="0" err="1"/>
            <a:t>Qwen</a:t>
          </a:r>
          <a:r>
            <a:rPr lang="es-PE" sz="1400" b="0" kern="1200" dirty="0"/>
            <a:t>/Qwen2.5-1.5B-Instruct</a:t>
          </a:r>
        </a:p>
      </dsp:txBody>
      <dsp:txXfrm>
        <a:off x="344424" y="1174346"/>
        <a:ext cx="3190700" cy="946392"/>
      </dsp:txXfrm>
    </dsp:sp>
    <dsp:sp modelId="{0F8A2329-CC4C-4F9C-85A8-47ED3F1EF934}">
      <dsp:nvSpPr>
        <dsp:cNvPr id="0" name=""/>
        <dsp:cNvSpPr/>
      </dsp:nvSpPr>
      <dsp:spPr>
        <a:xfrm>
          <a:off x="629961" y="2289805"/>
          <a:ext cx="4218001" cy="10052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0" kern="1200" dirty="0"/>
            <a:t>8. </a:t>
          </a:r>
          <a:r>
            <a:rPr lang="es-PE" sz="1400" b="0" kern="1200" dirty="0" err="1"/>
            <a:t>Citation</a:t>
          </a:r>
          <a:r>
            <a:rPr lang="es-PE" sz="1400" b="0" kern="1200" dirty="0"/>
            <a:t> per </a:t>
          </a:r>
          <a:r>
            <a:rPr lang="es-PE" sz="1400" b="0" kern="1200" dirty="0" err="1"/>
            <a:t>sentence</a:t>
          </a:r>
          <a:endParaRPr lang="es-PE" sz="1400" b="0" kern="1200" dirty="0"/>
        </a:p>
      </dsp:txBody>
      <dsp:txXfrm>
        <a:off x="659405" y="2319249"/>
        <a:ext cx="3190700" cy="946392"/>
      </dsp:txXfrm>
    </dsp:sp>
    <dsp:sp modelId="{1FC51CAD-BDD5-4476-A6B7-D1905FF6C919}">
      <dsp:nvSpPr>
        <dsp:cNvPr id="0" name=""/>
        <dsp:cNvSpPr/>
      </dsp:nvSpPr>
      <dsp:spPr>
        <a:xfrm>
          <a:off x="944941" y="3434707"/>
          <a:ext cx="4218001" cy="10052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0" i="0" kern="1200" dirty="0"/>
            <a:t>9. </a:t>
          </a:r>
          <a:r>
            <a:rPr lang="es-PE" sz="1400" b="0" i="0" kern="1200" dirty="0" err="1"/>
            <a:t>Hallucination</a:t>
          </a:r>
          <a:r>
            <a:rPr lang="es-PE" sz="1400" b="0" i="0" kern="1200" dirty="0"/>
            <a:t> </a:t>
          </a:r>
          <a:r>
            <a:rPr lang="es-PE" sz="1400" b="0" i="0" kern="1200" dirty="0" err="1"/>
            <a:t>guard</a:t>
          </a:r>
          <a:endParaRPr lang="es-PE" sz="1400" b="0" kern="1200" dirty="0"/>
        </a:p>
      </dsp:txBody>
      <dsp:txXfrm>
        <a:off x="974385" y="3464151"/>
        <a:ext cx="3190700" cy="946392"/>
      </dsp:txXfrm>
    </dsp:sp>
    <dsp:sp modelId="{D4CF76FF-1C6F-4F14-A432-B30144C62DE1}">
      <dsp:nvSpPr>
        <dsp:cNvPr id="0" name=""/>
        <dsp:cNvSpPr/>
      </dsp:nvSpPr>
      <dsp:spPr>
        <a:xfrm>
          <a:off x="1259922" y="4579610"/>
          <a:ext cx="4218001" cy="10052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0" kern="1200" dirty="0"/>
            <a:t>10. </a:t>
          </a:r>
          <a:r>
            <a:rPr lang="es-PE" sz="1400" b="0" kern="1200" dirty="0" err="1"/>
            <a:t>Grounding</a:t>
          </a:r>
          <a:r>
            <a:rPr lang="es-PE" sz="1400" b="0" kern="1200" dirty="0"/>
            <a:t> </a:t>
          </a:r>
          <a:r>
            <a:rPr lang="es-PE" sz="1400" b="0" kern="1200" dirty="0" err="1"/>
            <a:t>evaluation</a:t>
          </a:r>
          <a:endParaRPr lang="es-PE" sz="1400" b="0" kern="1200" dirty="0"/>
        </a:p>
      </dsp:txBody>
      <dsp:txXfrm>
        <a:off x="1289366" y="4609054"/>
        <a:ext cx="3190700" cy="946392"/>
      </dsp:txXfrm>
    </dsp:sp>
    <dsp:sp modelId="{0C3FAC17-AE18-4979-B87A-2FE2094A115F}">
      <dsp:nvSpPr>
        <dsp:cNvPr id="0" name=""/>
        <dsp:cNvSpPr/>
      </dsp:nvSpPr>
      <dsp:spPr>
        <a:xfrm>
          <a:off x="3564569" y="734413"/>
          <a:ext cx="653432" cy="65343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400" b="0" kern="1200"/>
        </a:p>
      </dsp:txBody>
      <dsp:txXfrm>
        <a:off x="3711591" y="734413"/>
        <a:ext cx="359388" cy="491708"/>
      </dsp:txXfrm>
    </dsp:sp>
    <dsp:sp modelId="{F8E4F00A-E583-4D87-8705-3AC04FAD0473}">
      <dsp:nvSpPr>
        <dsp:cNvPr id="0" name=""/>
        <dsp:cNvSpPr/>
      </dsp:nvSpPr>
      <dsp:spPr>
        <a:xfrm>
          <a:off x="3879549" y="1879315"/>
          <a:ext cx="653432" cy="65343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400" b="0" kern="1200"/>
        </a:p>
      </dsp:txBody>
      <dsp:txXfrm>
        <a:off x="4026571" y="1879315"/>
        <a:ext cx="359388" cy="491708"/>
      </dsp:txXfrm>
    </dsp:sp>
    <dsp:sp modelId="{054E765C-A694-4795-99C9-BB9948C2ABFE}">
      <dsp:nvSpPr>
        <dsp:cNvPr id="0" name=""/>
        <dsp:cNvSpPr/>
      </dsp:nvSpPr>
      <dsp:spPr>
        <a:xfrm>
          <a:off x="4194530" y="3007463"/>
          <a:ext cx="653432" cy="65343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400" b="0" kern="1200"/>
        </a:p>
      </dsp:txBody>
      <dsp:txXfrm>
        <a:off x="4341552" y="3007463"/>
        <a:ext cx="359388" cy="491708"/>
      </dsp:txXfrm>
    </dsp:sp>
    <dsp:sp modelId="{FE59C80F-88EF-4632-B533-3CE63C70FF93}">
      <dsp:nvSpPr>
        <dsp:cNvPr id="0" name=""/>
        <dsp:cNvSpPr/>
      </dsp:nvSpPr>
      <dsp:spPr>
        <a:xfrm>
          <a:off x="4509511" y="4163536"/>
          <a:ext cx="653432" cy="65343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400" b="0" kern="1200"/>
        </a:p>
      </dsp:txBody>
      <dsp:txXfrm>
        <a:off x="4656533" y="4163536"/>
        <a:ext cx="359388" cy="49170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222FF4-06CC-48B9-9258-B62BAB91BAB0}">
      <dsp:nvSpPr>
        <dsp:cNvPr id="0" name=""/>
        <dsp:cNvSpPr/>
      </dsp:nvSpPr>
      <dsp:spPr>
        <a:xfrm>
          <a:off x="0" y="0"/>
          <a:ext cx="4382339" cy="12286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kern="1200" dirty="0"/>
            <a:t>Usuario pregunta (“</a:t>
          </a:r>
          <a:r>
            <a:rPr lang="es-PE" sz="1600" b="1" kern="1200" dirty="0" err="1"/>
            <a:t>query</a:t>
          </a:r>
          <a:r>
            <a:rPr lang="es-PE" sz="1600" b="1" kern="1200" dirty="0"/>
            <a:t>”)</a:t>
          </a:r>
        </a:p>
      </dsp:txBody>
      <dsp:txXfrm>
        <a:off x="35987" y="35987"/>
        <a:ext cx="2952678" cy="1156702"/>
      </dsp:txXfrm>
    </dsp:sp>
    <dsp:sp modelId="{401E884E-B3A6-4F4D-866F-97C7549DB6D1}">
      <dsp:nvSpPr>
        <dsp:cNvPr id="0" name=""/>
        <dsp:cNvSpPr/>
      </dsp:nvSpPr>
      <dsp:spPr>
        <a:xfrm>
          <a:off x="367020" y="1452071"/>
          <a:ext cx="4382339" cy="12286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kern="1200" dirty="0"/>
            <a:t>FAISS HNSW</a:t>
          </a:r>
        </a:p>
      </dsp:txBody>
      <dsp:txXfrm>
        <a:off x="403007" y="1488058"/>
        <a:ext cx="3144704" cy="1156702"/>
      </dsp:txXfrm>
    </dsp:sp>
    <dsp:sp modelId="{77A4F140-442B-403C-9B03-7748555A37BC}">
      <dsp:nvSpPr>
        <dsp:cNvPr id="0" name=""/>
        <dsp:cNvSpPr/>
      </dsp:nvSpPr>
      <dsp:spPr>
        <a:xfrm>
          <a:off x="728563" y="2904143"/>
          <a:ext cx="4382339" cy="12286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kern="1200" dirty="0" err="1"/>
            <a:t>Citation</a:t>
          </a:r>
          <a:r>
            <a:rPr lang="es-PE" sz="1600" b="1" kern="1200" dirty="0"/>
            <a:t> per </a:t>
          </a:r>
          <a:r>
            <a:rPr lang="es-PE" sz="1600" b="1" kern="1200" dirty="0" err="1"/>
            <a:t>setence</a:t>
          </a:r>
          <a:endParaRPr lang="es-PE" sz="1600" b="1" kern="1200" dirty="0"/>
        </a:p>
      </dsp:txBody>
      <dsp:txXfrm>
        <a:off x="764550" y="2940130"/>
        <a:ext cx="3150182" cy="1156702"/>
      </dsp:txXfrm>
    </dsp:sp>
    <dsp:sp modelId="{BA491C0E-9F51-422A-AAE1-086ED7E84EB0}">
      <dsp:nvSpPr>
        <dsp:cNvPr id="0" name=""/>
        <dsp:cNvSpPr/>
      </dsp:nvSpPr>
      <dsp:spPr>
        <a:xfrm>
          <a:off x="1095584" y="4356214"/>
          <a:ext cx="4382339" cy="12286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kern="1200" dirty="0" err="1"/>
            <a:t>Hallucination</a:t>
          </a:r>
          <a:r>
            <a:rPr lang="es-PE" sz="1600" b="1" kern="1200" dirty="0"/>
            <a:t> </a:t>
          </a:r>
          <a:r>
            <a:rPr lang="es-PE" sz="1600" b="1" kern="1200" dirty="0" err="1"/>
            <a:t>guard</a:t>
          </a:r>
          <a:endParaRPr lang="es-PE" sz="1600" b="1" kern="1200" dirty="0"/>
        </a:p>
      </dsp:txBody>
      <dsp:txXfrm>
        <a:off x="1131571" y="4392201"/>
        <a:ext cx="3144704" cy="1156702"/>
      </dsp:txXfrm>
    </dsp:sp>
    <dsp:sp modelId="{24BFE18F-8629-47BD-B747-AB49381A3A1F}">
      <dsp:nvSpPr>
        <dsp:cNvPr id="0" name=""/>
        <dsp:cNvSpPr/>
      </dsp:nvSpPr>
      <dsp:spPr>
        <a:xfrm>
          <a:off x="3583699" y="941054"/>
          <a:ext cx="798639" cy="79863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600" b="1" kern="1200"/>
        </a:p>
      </dsp:txBody>
      <dsp:txXfrm>
        <a:off x="3763393" y="941054"/>
        <a:ext cx="439251" cy="600976"/>
      </dsp:txXfrm>
    </dsp:sp>
    <dsp:sp modelId="{17CC9BA9-E8B1-414C-85DE-32BD7DF9EF39}">
      <dsp:nvSpPr>
        <dsp:cNvPr id="0" name=""/>
        <dsp:cNvSpPr/>
      </dsp:nvSpPr>
      <dsp:spPr>
        <a:xfrm>
          <a:off x="3950720" y="2393125"/>
          <a:ext cx="798639" cy="79863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600" b="1" kern="1200"/>
        </a:p>
      </dsp:txBody>
      <dsp:txXfrm>
        <a:off x="4130414" y="2393125"/>
        <a:ext cx="439251" cy="600976"/>
      </dsp:txXfrm>
    </dsp:sp>
    <dsp:sp modelId="{37592FF5-F641-4050-A368-8D690C66FBC0}">
      <dsp:nvSpPr>
        <dsp:cNvPr id="0" name=""/>
        <dsp:cNvSpPr/>
      </dsp:nvSpPr>
      <dsp:spPr>
        <a:xfrm>
          <a:off x="4312263" y="3845197"/>
          <a:ext cx="798639" cy="79863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600" b="1" kern="1200"/>
        </a:p>
      </dsp:txBody>
      <dsp:txXfrm>
        <a:off x="4491957" y="3845197"/>
        <a:ext cx="439251" cy="6009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C72EEA-3704-48D4-A1B7-9E935C504F17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AACFF8-D47E-4D7C-83F4-42DB4CE5791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70746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/>
              <a:t>En el caso de FAISS HNSW, se deben considerar los parámetros de búsqueda:</a:t>
            </a:r>
          </a:p>
          <a:p>
            <a:pPr marL="171450" indent="-171450">
              <a:buFontTx/>
              <a:buChar char="-"/>
            </a:pPr>
            <a:r>
              <a:rPr lang="es-PE" dirty="0"/>
              <a:t>M: Número máximo de conexiones (</a:t>
            </a:r>
            <a:r>
              <a:rPr lang="es-PE" dirty="0" err="1"/>
              <a:t>edges</a:t>
            </a:r>
            <a:r>
              <a:rPr lang="es-PE" dirty="0"/>
              <a:t>) que tendrá cada vector en el grafo (8 menos preciso, 32 el ideal, 64 más preciso pero requiere mucha memoria)</a:t>
            </a:r>
          </a:p>
          <a:p>
            <a:pPr marL="171450" indent="-171450">
              <a:buFontTx/>
              <a:buChar char="-"/>
            </a:pPr>
            <a:r>
              <a:rPr lang="es-PE" dirty="0" err="1"/>
              <a:t>efConstruction</a:t>
            </a:r>
            <a:r>
              <a:rPr lang="es-PE" dirty="0"/>
              <a:t>: </a:t>
            </a:r>
            <a:r>
              <a:rPr lang="es-PE" b="0" dirty="0"/>
              <a:t>Controla la calidad del índice cuando se construye (calidad del grafo); c</a:t>
            </a:r>
            <a:r>
              <a:rPr lang="es-PE" dirty="0"/>
              <a:t>uántos vecinos candidatos se exploran para decidir cuáles serán las conexiones finales (50 baja calidad, 200 el </a:t>
            </a:r>
            <a:r>
              <a:rPr lang="es-PE" dirty="0" err="1"/>
              <a:t>idel</a:t>
            </a:r>
            <a:r>
              <a:rPr lang="es-PE" dirty="0"/>
              <a:t>, 400 construcción lenta)</a:t>
            </a:r>
          </a:p>
          <a:p>
            <a:pPr marL="171450" indent="-171450">
              <a:buFontTx/>
              <a:buChar char="-"/>
            </a:pPr>
            <a:r>
              <a:rPr lang="es-PE" b="0" dirty="0" err="1"/>
              <a:t>efSearch</a:t>
            </a:r>
            <a:r>
              <a:rPr lang="es-PE" b="0" dirty="0"/>
              <a:t>: Calidad de la búsqueda cuando haces consultas; c</a:t>
            </a:r>
            <a:r>
              <a:rPr lang="es-PE" dirty="0"/>
              <a:t>uántos nodos candidatos se exploran durante la búsqueda (16 menos preciso, 64 el ideal, 128 más preciso pero lento)</a:t>
            </a:r>
            <a:endParaRPr lang="es-PE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CFF8-D47E-4D7C-83F4-42DB4CE5791E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71220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08EA3-3AA5-597A-9B84-7D6DF0949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93596A-FD2B-ED2E-D0F5-9B2E19B1CC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5F2A28-5DE0-72F0-107C-A22C0FDB15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/>
              <a:t>En el caso de FAISS HNSW, se deben considerar los parámetros de búsqueda:</a:t>
            </a:r>
          </a:p>
          <a:p>
            <a:pPr marL="171450" indent="-171450">
              <a:buFontTx/>
              <a:buChar char="-"/>
            </a:pPr>
            <a:r>
              <a:rPr lang="es-PE" dirty="0"/>
              <a:t>M: Número máximo de conexiones (</a:t>
            </a:r>
            <a:r>
              <a:rPr lang="es-PE" dirty="0" err="1"/>
              <a:t>edges</a:t>
            </a:r>
            <a:r>
              <a:rPr lang="es-PE" dirty="0"/>
              <a:t>) que tendrá cada vector en el grafo (8 menos preciso, 32 el ideal, 64 más preciso pero requiere mucha memoria)</a:t>
            </a:r>
          </a:p>
          <a:p>
            <a:pPr marL="171450" indent="-171450">
              <a:buFontTx/>
              <a:buChar char="-"/>
            </a:pPr>
            <a:r>
              <a:rPr lang="es-PE" dirty="0" err="1"/>
              <a:t>efConstruction</a:t>
            </a:r>
            <a:r>
              <a:rPr lang="es-PE" dirty="0"/>
              <a:t>: </a:t>
            </a:r>
            <a:r>
              <a:rPr lang="es-PE" b="0" dirty="0"/>
              <a:t>Controla la calidad del índice cuando se construye (calidad del grafo); c</a:t>
            </a:r>
            <a:r>
              <a:rPr lang="es-PE" dirty="0"/>
              <a:t>uántos vecinos candidatos se exploran para decidir cuáles serán las conexiones finales (50 baja calidad, 200 el </a:t>
            </a:r>
            <a:r>
              <a:rPr lang="es-PE" dirty="0" err="1"/>
              <a:t>idel</a:t>
            </a:r>
            <a:r>
              <a:rPr lang="es-PE" dirty="0"/>
              <a:t>, 400 construcción lenta)</a:t>
            </a:r>
          </a:p>
          <a:p>
            <a:pPr marL="171450" indent="-171450">
              <a:buFontTx/>
              <a:buChar char="-"/>
            </a:pPr>
            <a:r>
              <a:rPr lang="es-PE" b="0" dirty="0" err="1"/>
              <a:t>efSearch</a:t>
            </a:r>
            <a:r>
              <a:rPr lang="es-PE" b="0" dirty="0"/>
              <a:t>: Calidad de la búsqueda cuando haces consultas; c</a:t>
            </a:r>
            <a:r>
              <a:rPr lang="es-PE" dirty="0"/>
              <a:t>uántos nodos candidatos se exploran durante la búsqueda (16 menos preciso, 64 el ideal, 128 más preciso pero lento)</a:t>
            </a:r>
            <a:endParaRPr lang="es-PE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2D992-6246-5B5A-7078-141B471C5A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CFF8-D47E-4D7C-83F4-42DB4CE5791E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23107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60F2C-2920-77DC-F86F-727187CE8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9134BC-1CF5-2ED7-2940-A3DA9690E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8AE675-705F-FCE5-C957-5E2B65FE0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/>
              <a:t>En el caso de FAISS HNSW, se deben considerar los parámetros de búsqueda:</a:t>
            </a:r>
          </a:p>
          <a:p>
            <a:pPr marL="171450" indent="-171450">
              <a:buFontTx/>
              <a:buChar char="-"/>
            </a:pPr>
            <a:r>
              <a:rPr lang="es-PE" dirty="0"/>
              <a:t>M: Número máximo de conexiones (</a:t>
            </a:r>
            <a:r>
              <a:rPr lang="es-PE" dirty="0" err="1"/>
              <a:t>edges</a:t>
            </a:r>
            <a:r>
              <a:rPr lang="es-PE" dirty="0"/>
              <a:t>) que tendrá cada vector en el grafo (8 menos preciso, 32 el ideal, 64 más preciso pero requiere mucha memoria)</a:t>
            </a:r>
          </a:p>
          <a:p>
            <a:pPr marL="171450" indent="-171450">
              <a:buFontTx/>
              <a:buChar char="-"/>
            </a:pPr>
            <a:r>
              <a:rPr lang="es-PE" dirty="0" err="1"/>
              <a:t>efConstruction</a:t>
            </a:r>
            <a:r>
              <a:rPr lang="es-PE" dirty="0"/>
              <a:t>: </a:t>
            </a:r>
            <a:r>
              <a:rPr lang="es-PE" b="0" dirty="0"/>
              <a:t>Controla la calidad del índice cuando se construye (calidad del grafo); c</a:t>
            </a:r>
            <a:r>
              <a:rPr lang="es-PE" dirty="0"/>
              <a:t>uántos vecinos candidatos se exploran para decidir cuáles serán las conexiones finales (50 baja calidad, 200 el </a:t>
            </a:r>
            <a:r>
              <a:rPr lang="es-PE" dirty="0" err="1"/>
              <a:t>idel</a:t>
            </a:r>
            <a:r>
              <a:rPr lang="es-PE" dirty="0"/>
              <a:t>, 400 construcción lenta)</a:t>
            </a:r>
          </a:p>
          <a:p>
            <a:pPr marL="171450" indent="-171450">
              <a:buFontTx/>
              <a:buChar char="-"/>
            </a:pPr>
            <a:r>
              <a:rPr lang="es-PE" b="0" dirty="0" err="1"/>
              <a:t>efSearch</a:t>
            </a:r>
            <a:r>
              <a:rPr lang="es-PE" b="0" dirty="0"/>
              <a:t>: Calidad de la búsqueda cuando haces consultas; c</a:t>
            </a:r>
            <a:r>
              <a:rPr lang="es-PE" dirty="0"/>
              <a:t>uántos nodos candidatos se exploran durante la búsqueda (16 menos preciso, 64 el ideal, 128 más preciso pero lento)</a:t>
            </a:r>
            <a:endParaRPr lang="es-PE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C11F3-E139-6D8F-B981-E0ADAD8F28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CFF8-D47E-4D7C-83F4-42DB4CE5791E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82371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708E9-E727-3F47-B7B2-AF19327E3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8CAF2C-9D7D-4E79-528E-FB08881CD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A627D-6122-31D8-F1CA-698F63F13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190A-772F-4969-BA6A-73E8DDF79DA7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93B28-9CBA-CB72-C6BB-AD4C71F76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11835-00CE-2B73-E272-622232232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51C38-A2C4-4D43-99DF-319BE0E527C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20877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0A01-20C7-B2AA-B87A-473311366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515DE-D365-72FD-264B-9CAF6E6DC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E365F-C117-9281-99F7-6EE71CF7D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190A-772F-4969-BA6A-73E8DDF79DA7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8F9AB-EBD6-37CD-8075-5D364ECC0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889FC-24E6-5514-D4C7-2DC344943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51C38-A2C4-4D43-99DF-319BE0E527C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87167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5AAED-61AF-A9D2-8F35-50797E71E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FCFEB-9C36-1BF1-3A55-0E6FFCA1D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540E3-25EA-C672-151D-7E29C5553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190A-772F-4969-BA6A-73E8DDF79DA7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259FE-F0F1-E2EB-74CE-913160D1D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A6C29-5AD8-F727-230A-A8EB188AF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51C38-A2C4-4D43-99DF-319BE0E527C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36944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E73A7-B1FA-FC2C-6394-3C7783730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B30CC-A193-6E2B-6104-1A42121362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2995A7-C9C5-C3C4-75A5-40DB352913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32AA9A-857E-4282-CBC1-7E875C20B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190A-772F-4969-BA6A-73E8DDF79DA7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340402-356D-31C7-E456-39DFEBAA1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89BD2-D768-146C-2F42-21F3DDD76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51C38-A2C4-4D43-99DF-319BE0E527C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3319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BEC57-2787-11BF-6E0F-0A800F8F8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96C4C9-7DB8-FD5F-D94E-EB3EA5437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B81560-D2AA-39E8-486E-BAB74E6B46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8B60B-5B68-F338-EA25-8AC669992D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2DE1CE-C52A-6548-24E8-365F95C196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DDA4DC-7F2A-729E-6D21-CA44BDA31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190A-772F-4969-BA6A-73E8DDF79DA7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978122-53F8-BE85-83CF-354C7E932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2E1787-7F81-EB7D-1FD7-FB21E9291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51C38-A2C4-4D43-99DF-319BE0E527C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04292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CBC59-C440-6DD1-5C7F-A7FF55E14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5371E9-1A44-6E0B-976C-C7AA1C5E7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190A-772F-4969-BA6A-73E8DDF79DA7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64CD2B-F1CE-3CB7-DB4F-4AAF5F063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DAE24-3391-B062-5524-736C2430A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51C38-A2C4-4D43-99DF-319BE0E527C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29119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678ECE-D11F-04C2-087B-AF53CE3B7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190A-772F-4969-BA6A-73E8DDF79DA7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BD2FE2-0D8D-F8C1-1DAE-D44CCCB5E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5E80F6-A58F-59EC-F625-870A410ED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51C38-A2C4-4D43-99DF-319BE0E527C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80956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54CDF-2B9D-8286-E250-7D586DB6E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94515-D966-DCD5-A3A9-98C320235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ED87A-1131-FCF6-94C6-E0FEB48D2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62441D-21BB-84BC-1946-B650DCF7C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190A-772F-4969-BA6A-73E8DDF79DA7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7A0D7-6383-8F98-DDF1-2BBC7E901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DCA093-0762-1D65-9E0D-755911F71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51C38-A2C4-4D43-99DF-319BE0E527C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57657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87C04-7340-7685-4980-0ABA35394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0F1F55-7BF6-B9DE-B2B2-3A991C1C3E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DD99C4-7099-0E92-4269-928C17B18E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69811F-D589-21F9-D9CB-FD8AED8F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190A-772F-4969-BA6A-73E8DDF79DA7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0B7E29-62BB-9BD6-4F51-6E57A2562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35B87-6D2A-73AA-9C35-9FF246791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51C38-A2C4-4D43-99DF-319BE0E527C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22412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20948-03A3-FB69-EBA4-3D1CF6B4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344126-CE2E-AFB5-7792-25A699389F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93E67-8BA7-44FC-2D2D-ACD8CA4E0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190A-772F-4969-BA6A-73E8DDF79DA7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A6EBF-3F75-95DD-489F-BA718DA28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AE228-0CDA-26E4-1454-0FFE09BD9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51C38-A2C4-4D43-99DF-319BE0E527C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45798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FE50C6-ED42-F1F3-58E4-E13CF48F1E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672DC8-BB8F-DA11-86D2-AD6A7B1827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F501E-691E-C224-6C3D-2A39B82CF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190A-772F-4969-BA6A-73E8DDF79DA7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3A52B-5084-235D-CCC3-DD9BD613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E93D4-86F2-867A-639E-A1071927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51C38-A2C4-4D43-99DF-319BE0E527C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26025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865079-337E-293C-BE45-ADE175BC7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EDA46-98BB-68E1-F5BA-83C16B799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25837-4321-C27D-15FE-A604A5FC1C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C0190A-772F-4969-BA6A-73E8DDF79DA7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BD84F-0593-DFE7-9418-5F1B119ED8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5FE22-196F-492D-513B-D23A9BCC04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951C38-A2C4-4D43-99DF-319BE0E527C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78413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0E79D-2A04-94AB-E2C9-74403D221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CCDEB0-9C99-A793-DF47-73DDA9D6F19D}"/>
              </a:ext>
            </a:extLst>
          </p:cNvPr>
          <p:cNvSpPr txBox="1"/>
          <p:nvPr/>
        </p:nvSpPr>
        <p:spPr>
          <a:xfrm>
            <a:off x="674914" y="228123"/>
            <a:ext cx="10842171" cy="6786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4000" b="1" dirty="0"/>
              <a:t>UNIVERSIDAD NACIONAL DE INGENIERÍA</a:t>
            </a:r>
          </a:p>
          <a:p>
            <a:pPr algn="ctr"/>
            <a:endParaRPr lang="es-PE" sz="4000" b="1" dirty="0"/>
          </a:p>
          <a:p>
            <a:endParaRPr lang="es-PE" sz="3000" b="1" dirty="0"/>
          </a:p>
          <a:p>
            <a:endParaRPr lang="es-PE" sz="3000" b="1" dirty="0"/>
          </a:p>
          <a:p>
            <a:endParaRPr lang="es-PE" sz="3000" b="1" dirty="0"/>
          </a:p>
          <a:p>
            <a:endParaRPr lang="es-PE" sz="3000" b="1" dirty="0"/>
          </a:p>
          <a:p>
            <a:endParaRPr lang="es-PE" sz="3000" b="1" dirty="0"/>
          </a:p>
          <a:p>
            <a:endParaRPr lang="es-PE" sz="3000" b="1" dirty="0"/>
          </a:p>
          <a:p>
            <a:endParaRPr lang="es-PE" sz="2500" b="1" dirty="0"/>
          </a:p>
          <a:p>
            <a:endParaRPr lang="es-PE" sz="2500" b="1" dirty="0"/>
          </a:p>
          <a:p>
            <a:r>
              <a:rPr lang="es-PE" sz="2200" b="1" dirty="0"/>
              <a:t>MAESTRÍA: 	DATA SCIENCE</a:t>
            </a:r>
          </a:p>
          <a:p>
            <a:r>
              <a:rPr lang="es-PE" sz="2200" b="1" dirty="0"/>
              <a:t>CURSO: 	INTELIGENCIA ARTIFICIAL GENERATIVA</a:t>
            </a:r>
          </a:p>
          <a:p>
            <a:r>
              <a:rPr lang="es-PE" sz="2200" b="1" dirty="0"/>
              <a:t>TEMA: 		PROYECTO FINAL</a:t>
            </a:r>
          </a:p>
          <a:p>
            <a:r>
              <a:rPr lang="es-PE" sz="2200" b="1" dirty="0"/>
              <a:t>ALUMNO: 	CHRISTIAN GUTIÉRREZ ROSALES</a:t>
            </a:r>
          </a:p>
          <a:p>
            <a:r>
              <a:rPr lang="es-PE" sz="2200" b="1" dirty="0"/>
              <a:t>		</a:t>
            </a:r>
            <a:r>
              <a:rPr lang="es-PE" sz="2200" b="1"/>
              <a:t>GIANELLA FORTTINI VERASTEGUI</a:t>
            </a:r>
            <a:endParaRPr lang="es-PE" sz="2200" b="1" dirty="0"/>
          </a:p>
        </p:txBody>
      </p:sp>
      <p:pic>
        <p:nvPicPr>
          <p:cNvPr id="1026" name="Picture 2" descr="Universidad Nacional de Ingeniería (Perú) - Wikiwand">
            <a:extLst>
              <a:ext uri="{FF2B5EF4-FFF2-40B4-BE49-F238E27FC236}">
                <a16:creationId xmlns:a16="http://schemas.microsoft.com/office/drawing/2014/main" id="{61A95639-3C8D-250A-8ED5-B00331A61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0323" y="899444"/>
            <a:ext cx="3165987" cy="3989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583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74CF9-4C94-64B0-61D3-F33E6B0BF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F1CF76-04D5-9AE0-787F-AB8B3872A952}"/>
              </a:ext>
            </a:extLst>
          </p:cNvPr>
          <p:cNvSpPr txBox="1"/>
          <p:nvPr/>
        </p:nvSpPr>
        <p:spPr>
          <a:xfrm>
            <a:off x="334297" y="285135"/>
            <a:ext cx="1150374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s-PE" sz="2500" b="1" dirty="0"/>
              <a:t>Título: Ejecución de un sistema RAG (</a:t>
            </a:r>
            <a:r>
              <a:rPr lang="es-PE" sz="2500" b="1" dirty="0" err="1"/>
              <a:t>Retrieval-Augmented</a:t>
            </a:r>
            <a:r>
              <a:rPr lang="es-PE" sz="2500" b="1" dirty="0"/>
              <a:t> </a:t>
            </a:r>
            <a:r>
              <a:rPr lang="es-PE" sz="2500" b="1" dirty="0" err="1"/>
              <a:t>Generation</a:t>
            </a:r>
            <a:r>
              <a:rPr lang="es-PE" sz="2500" b="1" dirty="0"/>
              <a:t>) utilizando un </a:t>
            </a:r>
            <a:r>
              <a:rPr lang="es-PE" sz="2500" b="1" dirty="0" err="1"/>
              <a:t>dataset</a:t>
            </a:r>
            <a:r>
              <a:rPr lang="es-PE" sz="2500" b="1" dirty="0"/>
              <a:t> MS Marco.</a:t>
            </a:r>
          </a:p>
          <a:p>
            <a:pPr marL="457200" indent="-457200">
              <a:buAutoNum type="arabicPeriod"/>
            </a:pPr>
            <a:endParaRPr lang="es-PE" sz="2500" b="1" dirty="0"/>
          </a:p>
          <a:p>
            <a:pPr marL="457200" indent="-457200">
              <a:buAutoNum type="arabicPeriod"/>
            </a:pPr>
            <a:r>
              <a:rPr lang="es-PE" sz="2500" b="1" dirty="0"/>
              <a:t>Problemas: </a:t>
            </a:r>
          </a:p>
          <a:p>
            <a:pPr marL="971550" lvl="1" indent="-514350">
              <a:buFont typeface="+mj-lt"/>
              <a:buAutoNum type="romanLcPeriod"/>
            </a:pPr>
            <a:r>
              <a:rPr lang="es-PE" sz="2000" b="1" dirty="0"/>
              <a:t>Baja precisión de “</a:t>
            </a:r>
            <a:r>
              <a:rPr lang="es-PE" sz="2000" b="1" dirty="0" err="1"/>
              <a:t>retrieval</a:t>
            </a:r>
            <a:r>
              <a:rPr lang="es-PE" sz="2000" b="1" dirty="0"/>
              <a:t>”. </a:t>
            </a:r>
            <a:r>
              <a:rPr lang="es-PE" sz="2000" dirty="0"/>
              <a:t>Los scores del FAISS presentaban los mismos números (0.31089), se agregó un </a:t>
            </a:r>
            <a:r>
              <a:rPr lang="es-PE" sz="2000" b="1" dirty="0" err="1"/>
              <a:t>reranker</a:t>
            </a:r>
            <a:r>
              <a:rPr lang="es-PE" sz="2000" b="1" dirty="0"/>
              <a:t> (</a:t>
            </a:r>
            <a:r>
              <a:rPr lang="es-PE" sz="2000" b="1" dirty="0" err="1"/>
              <a:t>CrossEncoder</a:t>
            </a:r>
            <a:r>
              <a:rPr lang="es-PE" sz="2000" b="1" dirty="0"/>
              <a:t>("</a:t>
            </a:r>
            <a:r>
              <a:rPr lang="es-PE" sz="2000" b="1" dirty="0" err="1"/>
              <a:t>cross-encoder</a:t>
            </a:r>
            <a:r>
              <a:rPr lang="es-PE" sz="2000" b="1" dirty="0"/>
              <a:t>/ms-marco-MiniLM-L-6-v2"), </a:t>
            </a:r>
            <a:r>
              <a:rPr lang="es-PE" sz="2000" dirty="0"/>
              <a:t>así mejoró la relevancia de los documentos enviados al LLM.</a:t>
            </a:r>
          </a:p>
          <a:p>
            <a:pPr marL="971550" lvl="1" indent="-514350">
              <a:buFont typeface="+mj-lt"/>
              <a:buAutoNum type="romanLcPeriod"/>
            </a:pPr>
            <a:r>
              <a:rPr lang="es-PE" sz="2000" b="1" dirty="0"/>
              <a:t>Potenciales alucinaciones. </a:t>
            </a:r>
            <a:r>
              <a:rPr lang="es-PE" sz="2000" dirty="0"/>
              <a:t>Se construyó un </a:t>
            </a:r>
            <a:r>
              <a:rPr lang="es-PE" sz="2000" b="1" dirty="0"/>
              <a:t>modelo de </a:t>
            </a:r>
            <a:r>
              <a:rPr lang="es-PE" sz="2000" b="1" dirty="0" err="1"/>
              <a:t>grounding</a:t>
            </a:r>
            <a:r>
              <a:rPr lang="es-PE" sz="2000" b="1" dirty="0"/>
              <a:t> </a:t>
            </a:r>
            <a:r>
              <a:rPr lang="es-PE" sz="2000" b="1" dirty="0" err="1"/>
              <a:t>evaluation</a:t>
            </a:r>
            <a:r>
              <a:rPr lang="es-PE" sz="2000" dirty="0"/>
              <a:t> para dividir la repuestas en oraciones, calcular la similitud con las fuentes y detectar si cada oración cuenta con algún fundamento.</a:t>
            </a:r>
          </a:p>
          <a:p>
            <a:pPr marL="971550" lvl="1" indent="-514350">
              <a:buFont typeface="+mj-lt"/>
              <a:buAutoNum type="romanLcPeriod"/>
            </a:pPr>
            <a:r>
              <a:rPr lang="es-PE" sz="2000" b="1" dirty="0"/>
              <a:t>Falta de trazabilidad de las fuentes.</a:t>
            </a:r>
            <a:r>
              <a:rPr lang="es-PE" sz="2000" dirty="0"/>
              <a:t> No se muestra de dónde proviene la información. Se creó la sentencia </a:t>
            </a:r>
            <a:r>
              <a:rPr lang="es-PE" sz="2000" b="1" dirty="0"/>
              <a:t>“</a:t>
            </a:r>
            <a:r>
              <a:rPr lang="en-US" sz="2000" b="1" dirty="0"/>
              <a:t>def </a:t>
            </a:r>
            <a:r>
              <a:rPr lang="en-US" sz="2000" b="1" dirty="0" err="1"/>
              <a:t>citation_per_sentence</a:t>
            </a:r>
            <a:r>
              <a:rPr lang="en-US" sz="2000" b="1" dirty="0"/>
              <a:t>(answer, </a:t>
            </a:r>
            <a:r>
              <a:rPr lang="en-US" sz="2000" b="1" dirty="0" err="1"/>
              <a:t>reranked_docs</a:t>
            </a:r>
            <a:r>
              <a:rPr lang="en-US" sz="2000" b="1" dirty="0"/>
              <a:t>)”,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permite</a:t>
            </a:r>
            <a:r>
              <a:rPr lang="en-US" sz="2000" dirty="0"/>
              <a:t> </a:t>
            </a:r>
            <a:r>
              <a:rPr lang="en-US" sz="2000" dirty="0" err="1"/>
              <a:t>identificar</a:t>
            </a:r>
            <a:r>
              <a:rPr lang="en-US" sz="2000" dirty="0"/>
              <a:t> las </a:t>
            </a:r>
            <a:r>
              <a:rPr lang="en-US" sz="2000" dirty="0" err="1"/>
              <a:t>fuentes</a:t>
            </a:r>
            <a:r>
              <a:rPr lang="en-US" sz="2000" dirty="0"/>
              <a:t>.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sz="2000" b="1" dirty="0"/>
              <a:t>“Retrieval” </a:t>
            </a:r>
            <a:r>
              <a:rPr lang="en-US" sz="2000" b="1" dirty="0" err="1"/>
              <a:t>limitado</a:t>
            </a:r>
            <a:r>
              <a:rPr lang="en-US" sz="2000" b="1" dirty="0"/>
              <a:t> a </a:t>
            </a:r>
            <a:r>
              <a:rPr lang="en-US" sz="2000" b="1" dirty="0" err="1"/>
              <a:t>búsquedas</a:t>
            </a:r>
            <a:r>
              <a:rPr lang="en-US" sz="2000" b="1" dirty="0"/>
              <a:t> </a:t>
            </a:r>
            <a:r>
              <a:rPr lang="en-US" sz="2000" b="1" dirty="0" err="1"/>
              <a:t>semánticas</a:t>
            </a:r>
            <a:r>
              <a:rPr lang="en-US" sz="2000" b="1" dirty="0"/>
              <a:t>. </a:t>
            </a:r>
            <a:r>
              <a:rPr lang="en-US" sz="2000" dirty="0" err="1"/>
              <a:t>Sucede</a:t>
            </a:r>
            <a:r>
              <a:rPr lang="en-US" sz="2000" dirty="0"/>
              <a:t> </a:t>
            </a:r>
            <a:r>
              <a:rPr lang="en-US" sz="2000" dirty="0" err="1"/>
              <a:t>cuando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query </a:t>
            </a:r>
            <a:r>
              <a:rPr lang="en-US" sz="2000" dirty="0" err="1"/>
              <a:t>considera</a:t>
            </a:r>
            <a:r>
              <a:rPr lang="en-US" sz="2000" dirty="0"/>
              <a:t> </a:t>
            </a:r>
            <a:r>
              <a:rPr lang="en-US" sz="2000" dirty="0" err="1"/>
              <a:t>palabaras</a:t>
            </a:r>
            <a:r>
              <a:rPr lang="en-US" sz="2000" dirty="0"/>
              <a:t> </a:t>
            </a:r>
            <a:r>
              <a:rPr lang="en-US" sz="2000" dirty="0" err="1"/>
              <a:t>distintas</a:t>
            </a:r>
            <a:r>
              <a:rPr lang="en-US" sz="2000" dirty="0"/>
              <a:t>, y no se </a:t>
            </a:r>
            <a:r>
              <a:rPr lang="en-US" sz="2000" dirty="0" err="1"/>
              <a:t>capturan</a:t>
            </a:r>
            <a:r>
              <a:rPr lang="en-US" sz="2000" dirty="0"/>
              <a:t> palabras claves </a:t>
            </a:r>
            <a:r>
              <a:rPr lang="en-US" sz="2000" dirty="0" err="1"/>
              <a:t>importantes</a:t>
            </a:r>
            <a:r>
              <a:rPr lang="en-US" sz="2000" dirty="0"/>
              <a:t>. Se </a:t>
            </a:r>
            <a:r>
              <a:rPr lang="en-US" sz="2000" dirty="0" err="1"/>
              <a:t>crea</a:t>
            </a:r>
            <a:r>
              <a:rPr lang="en-US" sz="2000" dirty="0"/>
              <a:t> un “</a:t>
            </a:r>
            <a:r>
              <a:rPr lang="en-US" sz="2000" b="1" dirty="0"/>
              <a:t>Hybrid Retrieval”</a:t>
            </a:r>
            <a:r>
              <a:rPr lang="en-US" sz="2000" dirty="0"/>
              <a:t>.</a:t>
            </a:r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1245880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24085-9912-4E52-62A7-2D93B6A1E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29072C-DB79-87BE-F2C9-0107FFB0C9DD}"/>
              </a:ext>
            </a:extLst>
          </p:cNvPr>
          <p:cNvSpPr txBox="1"/>
          <p:nvPr/>
        </p:nvSpPr>
        <p:spPr>
          <a:xfrm>
            <a:off x="334297" y="285135"/>
            <a:ext cx="115037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s-PE" sz="2500" b="1" dirty="0"/>
              <a:t>Arquitectura RAG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F4107B0-5F89-8C24-397B-72AD85B975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4997969"/>
              </p:ext>
            </p:extLst>
          </p:nvPr>
        </p:nvGraphicFramePr>
        <p:xfrm>
          <a:off x="334297" y="987973"/>
          <a:ext cx="5477924" cy="5584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1A5A4AEA-6044-1857-DB94-6B2B7AFDAA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1137308"/>
              </p:ext>
            </p:extLst>
          </p:nvPr>
        </p:nvGraphicFramePr>
        <p:xfrm>
          <a:off x="6530146" y="987972"/>
          <a:ext cx="5477924" cy="5584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67938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66D44-00E7-E39D-3157-EAF3CEFFF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8A0DB9-C352-6743-8E40-B5B3A8959C3A}"/>
              </a:ext>
            </a:extLst>
          </p:cNvPr>
          <p:cNvSpPr txBox="1"/>
          <p:nvPr/>
        </p:nvSpPr>
        <p:spPr>
          <a:xfrm>
            <a:off x="334297" y="285135"/>
            <a:ext cx="115037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500" b="1" dirty="0"/>
              <a:t>4. </a:t>
            </a:r>
            <a:r>
              <a:rPr lang="es-PE" sz="2500" b="1" dirty="0" err="1"/>
              <a:t>Dataset</a:t>
            </a:r>
            <a:r>
              <a:rPr lang="es-PE" sz="2500" b="1" dirty="0"/>
              <a:t> + </a:t>
            </a:r>
            <a:r>
              <a:rPr lang="es-PE" sz="2500" b="1" dirty="0" err="1"/>
              <a:t>Chunking</a:t>
            </a:r>
            <a:endParaRPr lang="es-PE" sz="25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A9A0C0-B3B6-1A67-3FF5-8C3649CC5009}"/>
              </a:ext>
            </a:extLst>
          </p:cNvPr>
          <p:cNvSpPr txBox="1"/>
          <p:nvPr/>
        </p:nvSpPr>
        <p:spPr>
          <a:xfrm>
            <a:off x="334297" y="874455"/>
            <a:ext cx="1150374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u="sng" dirty="0" err="1"/>
              <a:t>Dataset</a:t>
            </a:r>
            <a:endParaRPr lang="es-PE" sz="1600" b="1" u="sng" dirty="0"/>
          </a:p>
          <a:p>
            <a:r>
              <a:rPr lang="es-PE" sz="1600" dirty="0"/>
              <a:t>MS Marco , creado por Microsoft, se utiliza en proyectos de búsqueda de información y RAG (</a:t>
            </a:r>
            <a:r>
              <a:rPr lang="es-PE" sz="1600" dirty="0" err="1"/>
              <a:t>Retrieval-Augmented</a:t>
            </a:r>
            <a:r>
              <a:rPr lang="es-PE" sz="1600" dirty="0"/>
              <a:t> </a:t>
            </a:r>
            <a:r>
              <a:rPr lang="es-PE" sz="1600" dirty="0" err="1"/>
              <a:t>Generation</a:t>
            </a:r>
            <a:r>
              <a:rPr lang="es-PE" sz="1600" dirty="0"/>
              <a:t>) porque proporciona un conjunto de datos realista de consultas y documentos que permite evaluar y entrenar sistemas que recuperan información relevante.</a:t>
            </a:r>
          </a:p>
          <a:p>
            <a:endParaRPr lang="es-PE" sz="1600" dirty="0"/>
          </a:p>
          <a:p>
            <a:r>
              <a:rPr lang="es-PE" sz="1600" dirty="0"/>
              <a:t>Ventajas de su uso:</a:t>
            </a:r>
          </a:p>
          <a:p>
            <a:pPr marL="400050" indent="-400050">
              <a:buAutoNum type="romanLcPeriod"/>
            </a:pPr>
            <a:r>
              <a:rPr lang="es-PE" sz="1600" dirty="0"/>
              <a:t>Permite trabajar con datos reales de búsqueda.</a:t>
            </a:r>
          </a:p>
          <a:p>
            <a:pPr marL="400050" indent="-400050">
              <a:buAutoNum type="romanLcPeriod"/>
            </a:pPr>
            <a:r>
              <a:rPr lang="es-PE" sz="1600" dirty="0"/>
              <a:t>Es el </a:t>
            </a:r>
            <a:r>
              <a:rPr lang="es-PE" sz="1600" dirty="0" err="1"/>
              <a:t>benchmark</a:t>
            </a:r>
            <a:r>
              <a:rPr lang="es-PE" sz="1600" dirty="0"/>
              <a:t> más usado en investigación de búsqueda semántica.</a:t>
            </a:r>
          </a:p>
          <a:p>
            <a:pPr marL="400050" indent="-400050">
              <a:buAutoNum type="romanLcPeriod"/>
            </a:pPr>
            <a:r>
              <a:rPr lang="es-PE" sz="1600" dirty="0"/>
              <a:t>Permite probar </a:t>
            </a:r>
            <a:r>
              <a:rPr lang="es-PE" sz="1600" dirty="0" err="1"/>
              <a:t>piplines</a:t>
            </a:r>
            <a:r>
              <a:rPr lang="es-PE" sz="1600" dirty="0"/>
              <a:t> completos de RAG.</a:t>
            </a:r>
          </a:p>
          <a:p>
            <a:pPr marL="400050" indent="-400050">
              <a:buAutoNum type="romanLcPeriod"/>
            </a:pPr>
            <a:r>
              <a:rPr lang="es-PE" sz="1600" dirty="0"/>
              <a:t>Es ideal para practicar </a:t>
            </a:r>
            <a:r>
              <a:rPr lang="es-PE" sz="1600" dirty="0" err="1"/>
              <a:t>chunking</a:t>
            </a:r>
            <a:r>
              <a:rPr lang="es-PE" sz="1600" dirty="0"/>
              <a:t> y </a:t>
            </a:r>
            <a:r>
              <a:rPr lang="es-PE" sz="1600" dirty="0" err="1"/>
              <a:t>ovelap</a:t>
            </a:r>
            <a:r>
              <a:rPr lang="es-PE" sz="1600" dirty="0"/>
              <a:t> debido a que los documentos </a:t>
            </a:r>
            <a:r>
              <a:rPr lang="es-PE" sz="1600" dirty="0" err="1"/>
              <a:t>puden</a:t>
            </a:r>
            <a:r>
              <a:rPr lang="es-PE" sz="1600" dirty="0"/>
              <a:t> ser largos.</a:t>
            </a:r>
          </a:p>
          <a:p>
            <a:pPr marL="400050" indent="-400050">
              <a:buAutoNum type="romanLcPeriod"/>
            </a:pPr>
            <a:endParaRPr lang="es-PE" sz="1600" dirty="0"/>
          </a:p>
          <a:p>
            <a:r>
              <a:rPr lang="es-PE" sz="1600" b="1" u="sng" dirty="0" err="1"/>
              <a:t>Chunking</a:t>
            </a:r>
            <a:endParaRPr lang="es-PE" sz="1600" b="1" u="sng" dirty="0"/>
          </a:p>
          <a:p>
            <a:r>
              <a:rPr lang="es-PE" sz="1600" dirty="0"/>
              <a:t>El </a:t>
            </a:r>
            <a:r>
              <a:rPr lang="es-PE" sz="1600" dirty="0" err="1"/>
              <a:t>chunking</a:t>
            </a:r>
            <a:r>
              <a:rPr lang="es-PE" sz="1600" dirty="0"/>
              <a:t> y el </a:t>
            </a:r>
            <a:r>
              <a:rPr lang="es-PE" sz="1600" dirty="0" err="1"/>
              <a:t>overlap</a:t>
            </a:r>
            <a:r>
              <a:rPr lang="es-PE" sz="1600" dirty="0"/>
              <a:t> son técnicas cuando se construye un sistema RAG o cualquier sistema de búsqueda semántica con </a:t>
            </a:r>
            <a:r>
              <a:rPr lang="es-PE" sz="1600" dirty="0" err="1"/>
              <a:t>embeddings</a:t>
            </a:r>
            <a:r>
              <a:rPr lang="es-PE" sz="1600" dirty="0"/>
              <a:t>. Su objetivo es mejorar la recuperación de información cuando los documentos son largos.</a:t>
            </a:r>
          </a:p>
          <a:p>
            <a:endParaRPr lang="es-PE" sz="1600" dirty="0"/>
          </a:p>
          <a:p>
            <a:r>
              <a:rPr lang="es-PE" sz="1600" dirty="0"/>
              <a:t>El </a:t>
            </a:r>
            <a:r>
              <a:rPr lang="es-PE" sz="1600" dirty="0" err="1"/>
              <a:t>chunking</a:t>
            </a:r>
            <a:r>
              <a:rPr lang="es-PE" sz="1600" dirty="0"/>
              <a:t> significa dividir documentos grandes en fragmentos pequeños llamados </a:t>
            </a:r>
            <a:r>
              <a:rPr lang="es-PE" sz="1600" dirty="0" err="1"/>
              <a:t>chunks</a:t>
            </a:r>
            <a:r>
              <a:rPr lang="es-PE" sz="1600" dirty="0"/>
              <a:t>, y se ejecutan debido a las limitaciones en la ejecución de </a:t>
            </a:r>
            <a:r>
              <a:rPr lang="es-PE" sz="1600" dirty="0" err="1"/>
              <a:t>embeddings</a:t>
            </a:r>
            <a:r>
              <a:rPr lang="es-PE" sz="1600" dirty="0"/>
              <a:t> y los </a:t>
            </a:r>
            <a:r>
              <a:rPr lang="es-PE" sz="1600" dirty="0" err="1"/>
              <a:t>LLMs</a:t>
            </a:r>
            <a:r>
              <a:rPr lang="es-PE" sz="1600" dirty="0"/>
              <a:t> (</a:t>
            </a:r>
            <a:r>
              <a:rPr lang="es-PE" sz="1600" dirty="0" err="1"/>
              <a:t>Large</a:t>
            </a:r>
            <a:r>
              <a:rPr lang="es-PE" sz="1600" dirty="0"/>
              <a:t> </a:t>
            </a:r>
            <a:r>
              <a:rPr lang="es-PE" sz="1600" dirty="0" err="1"/>
              <a:t>Language</a:t>
            </a:r>
            <a:r>
              <a:rPr lang="es-PE" sz="1600" dirty="0"/>
              <a:t> </a:t>
            </a:r>
            <a:r>
              <a:rPr lang="es-PE" sz="1600" dirty="0" err="1"/>
              <a:t>Models</a:t>
            </a:r>
            <a:r>
              <a:rPr lang="es-PE" sz="1600" dirty="0"/>
              <a:t>):</a:t>
            </a:r>
          </a:p>
          <a:p>
            <a:endParaRPr lang="es-PE" sz="1600" dirty="0"/>
          </a:p>
          <a:p>
            <a:r>
              <a:rPr lang="es-PE" sz="1600" dirty="0"/>
              <a:t>i. Límite de tokens: No se pueden procesar documentos muy largos.</a:t>
            </a:r>
          </a:p>
          <a:p>
            <a:r>
              <a:rPr lang="es-PE" sz="1600" dirty="0" err="1"/>
              <a:t>ii</a:t>
            </a:r>
            <a:r>
              <a:rPr lang="es-PE" sz="1600" dirty="0"/>
              <a:t>. Mayor precisión de </a:t>
            </a:r>
            <a:r>
              <a:rPr lang="es-PE" sz="1600" dirty="0" err="1"/>
              <a:t>retrieval</a:t>
            </a:r>
            <a:r>
              <a:rPr lang="es-PE" sz="1600" dirty="0"/>
              <a:t>: Buscar dentro de fragmentos pequeños mejora la probabilidad de encontrar información relevante.</a:t>
            </a:r>
          </a:p>
          <a:p>
            <a:r>
              <a:rPr lang="es-PE" sz="1600" dirty="0" err="1"/>
              <a:t>iii</a:t>
            </a:r>
            <a:r>
              <a:rPr lang="es-PE" sz="1600" dirty="0"/>
              <a:t>. </a:t>
            </a:r>
            <a:r>
              <a:rPr lang="es-PE" sz="1600" dirty="0" err="1"/>
              <a:t>Embeddings</a:t>
            </a:r>
            <a:r>
              <a:rPr lang="es-PE" sz="1600" dirty="0"/>
              <a:t> más representativos: Un </a:t>
            </a:r>
            <a:r>
              <a:rPr lang="es-PE" sz="1600" dirty="0" err="1"/>
              <a:t>embedding</a:t>
            </a:r>
            <a:r>
              <a:rPr lang="es-PE" sz="1600" dirty="0"/>
              <a:t> funciona mejor cuando el texto es temáticamente coherente.</a:t>
            </a:r>
          </a:p>
        </p:txBody>
      </p:sp>
    </p:spTree>
    <p:extLst>
      <p:ext uri="{BB962C8B-B14F-4D97-AF65-F5344CB8AC3E}">
        <p14:creationId xmlns:p14="http://schemas.microsoft.com/office/powerpoint/2010/main" val="565589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CACE0-0C10-7F26-5E7D-BC180A02F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9FA7CD-F3FD-7C39-A8ED-CE43CD3AA3AB}"/>
              </a:ext>
            </a:extLst>
          </p:cNvPr>
          <p:cNvSpPr txBox="1"/>
          <p:nvPr/>
        </p:nvSpPr>
        <p:spPr>
          <a:xfrm>
            <a:off x="334297" y="285135"/>
            <a:ext cx="115037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500" b="1" dirty="0"/>
              <a:t>4. </a:t>
            </a:r>
            <a:r>
              <a:rPr lang="es-PE" sz="2500" b="1" dirty="0" err="1"/>
              <a:t>Dataset</a:t>
            </a:r>
            <a:r>
              <a:rPr lang="es-PE" sz="2500" b="1" dirty="0"/>
              <a:t> + </a:t>
            </a:r>
            <a:r>
              <a:rPr lang="es-PE" sz="2500" b="1" dirty="0" err="1"/>
              <a:t>Chunking</a:t>
            </a:r>
            <a:endParaRPr lang="es-PE" sz="25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E11982-56FB-4906-862F-4241D10D45D7}"/>
              </a:ext>
            </a:extLst>
          </p:cNvPr>
          <p:cNvSpPr txBox="1"/>
          <p:nvPr/>
        </p:nvSpPr>
        <p:spPr>
          <a:xfrm>
            <a:off x="334297" y="874455"/>
            <a:ext cx="115037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u="sng" dirty="0" err="1"/>
              <a:t>Tradeoff</a:t>
            </a:r>
            <a:r>
              <a:rPr lang="es-PE" sz="1600" b="1" u="sng" dirty="0"/>
              <a:t> del </a:t>
            </a:r>
            <a:r>
              <a:rPr lang="es-PE" sz="1600" b="1" u="sng" dirty="0" err="1"/>
              <a:t>Chunking</a:t>
            </a:r>
            <a:r>
              <a:rPr lang="es-PE" sz="1600" b="1" u="sng" dirty="0"/>
              <a:t> y </a:t>
            </a:r>
            <a:r>
              <a:rPr lang="es-PE" sz="1600" b="1" u="sng" dirty="0" err="1"/>
              <a:t>Overlap</a:t>
            </a:r>
            <a:endParaRPr lang="es-PE" sz="1600" b="1" u="sng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8D22190-CAC6-DF62-042A-CDF0BD70DF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441770"/>
              </p:ext>
            </p:extLst>
          </p:nvPr>
        </p:nvGraphicFramePr>
        <p:xfrm>
          <a:off x="334296" y="1486310"/>
          <a:ext cx="11503743" cy="46096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090">
                  <a:extLst>
                    <a:ext uri="{9D8B030D-6E8A-4147-A177-3AD203B41FA5}">
                      <a16:colId xmlns:a16="http://schemas.microsoft.com/office/drawing/2014/main" val="3267481109"/>
                    </a:ext>
                  </a:extLst>
                </a:gridCol>
                <a:gridCol w="4660490">
                  <a:extLst>
                    <a:ext uri="{9D8B030D-6E8A-4147-A177-3AD203B41FA5}">
                      <a16:colId xmlns:a16="http://schemas.microsoft.com/office/drawing/2014/main" val="3536270976"/>
                    </a:ext>
                  </a:extLst>
                </a:gridCol>
                <a:gridCol w="4621163">
                  <a:extLst>
                    <a:ext uri="{9D8B030D-6E8A-4147-A177-3AD203B41FA5}">
                      <a16:colId xmlns:a16="http://schemas.microsoft.com/office/drawing/2014/main" val="3008706890"/>
                    </a:ext>
                  </a:extLst>
                </a:gridCol>
              </a:tblGrid>
              <a:tr h="607961">
                <a:tc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Ventajas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Desventajas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9723548"/>
                  </a:ext>
                </a:extLst>
              </a:tr>
              <a:tr h="937670">
                <a:tc>
                  <a:txBody>
                    <a:bodyPr/>
                    <a:lstStyle/>
                    <a:p>
                      <a:r>
                        <a:rPr lang="es-PE" dirty="0" err="1"/>
                        <a:t>Chunks</a:t>
                      </a:r>
                      <a:r>
                        <a:rPr lang="es-PE" dirty="0"/>
                        <a:t> pequeños</a:t>
                      </a:r>
                    </a:p>
                    <a:p>
                      <a:r>
                        <a:rPr lang="es-PE" dirty="0"/>
                        <a:t>(50 – 150 tokens)</a:t>
                      </a:r>
                    </a:p>
                    <a:p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PE" dirty="0"/>
                        <a:t>Recuperación muy precisa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PE" dirty="0"/>
                        <a:t>Mayor granularidad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PE" dirty="0"/>
                        <a:t>Mejor ranking de pasajes específicos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PE" dirty="0"/>
                        <a:t>Falta de contexto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PE" dirty="0"/>
                        <a:t>El significado puede quedar incompleto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PE" dirty="0"/>
                        <a:t>Aumenta el número de </a:t>
                      </a:r>
                      <a:r>
                        <a:rPr lang="es-PE" dirty="0" err="1"/>
                        <a:t>embeddings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774964"/>
                  </a:ext>
                </a:extLst>
              </a:tr>
              <a:tr h="937670">
                <a:tc>
                  <a:txBody>
                    <a:bodyPr/>
                    <a:lstStyle/>
                    <a:p>
                      <a:r>
                        <a:rPr lang="es-PE" dirty="0" err="1"/>
                        <a:t>Chunks</a:t>
                      </a:r>
                      <a:r>
                        <a:rPr lang="es-PE" dirty="0"/>
                        <a:t> grandes</a:t>
                      </a:r>
                    </a:p>
                    <a:p>
                      <a:r>
                        <a:rPr lang="es-PE" dirty="0"/>
                        <a:t>(800 – 2000 tokens)</a:t>
                      </a:r>
                    </a:p>
                    <a:p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PE" dirty="0"/>
                        <a:t>Mantienen el contexto completo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PE" dirty="0"/>
                        <a:t>Mejor coherencia semántica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s-PE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Retrieval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menos preciso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s-PE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Embeddings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más "difusos“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s-PE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Mayor consumo de tokens en el </a:t>
                      </a:r>
                      <a:r>
                        <a:rPr lang="es-PE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prompt</a:t>
                      </a:r>
                      <a:endParaRPr lang="es-PE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s-PE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Puede incluir información irrelevante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569435"/>
                  </a:ext>
                </a:extLst>
              </a:tr>
              <a:tr h="937670">
                <a:tc>
                  <a:txBody>
                    <a:bodyPr/>
                    <a:lstStyle/>
                    <a:p>
                      <a:r>
                        <a:rPr lang="es-PE" dirty="0" err="1"/>
                        <a:t>Overlap</a:t>
                      </a:r>
                      <a:r>
                        <a:rPr lang="es-PE" dirty="0"/>
                        <a:t> pequeño</a:t>
                      </a:r>
                    </a:p>
                    <a:p>
                      <a:r>
                        <a:rPr lang="es-PE" dirty="0"/>
                        <a:t>(10 – 20 tokens)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PE" dirty="0"/>
                        <a:t>Menos duplicación de datos</a:t>
                      </a:r>
                    </a:p>
                    <a:p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PE" dirty="0"/>
                        <a:t>Riesgo de cortar ideas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126814"/>
                  </a:ext>
                </a:extLst>
              </a:tr>
              <a:tr h="937670">
                <a:tc>
                  <a:txBody>
                    <a:bodyPr/>
                    <a:lstStyle/>
                    <a:p>
                      <a:r>
                        <a:rPr lang="es-PE" dirty="0" err="1"/>
                        <a:t>Overlap</a:t>
                      </a:r>
                      <a:r>
                        <a:rPr lang="es-PE" dirty="0"/>
                        <a:t> grande</a:t>
                      </a:r>
                    </a:p>
                    <a:p>
                      <a:r>
                        <a:rPr lang="es-PE" dirty="0"/>
                        <a:t>(200 tokens)</a:t>
                      </a:r>
                    </a:p>
                    <a:p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PE" dirty="0"/>
                        <a:t>Preserva contexto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PE" dirty="0"/>
                        <a:t>Duplicación excesiva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PE" dirty="0" err="1"/>
                        <a:t>Index</a:t>
                      </a:r>
                      <a:r>
                        <a:rPr lang="es-PE" dirty="0"/>
                        <a:t> más grande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PE" dirty="0" err="1"/>
                        <a:t>Retrieval</a:t>
                      </a:r>
                      <a:r>
                        <a:rPr lang="es-PE" dirty="0"/>
                        <a:t> redundante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8648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2196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AF50E-B66F-A08C-5FAD-6180D32BF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76039F-6082-3F36-3791-423FBCF39AC6}"/>
              </a:ext>
            </a:extLst>
          </p:cNvPr>
          <p:cNvSpPr txBox="1"/>
          <p:nvPr/>
        </p:nvSpPr>
        <p:spPr>
          <a:xfrm>
            <a:off x="334297" y="285135"/>
            <a:ext cx="115037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500" b="1" dirty="0"/>
              <a:t>5. FAISS + </a:t>
            </a:r>
            <a:r>
              <a:rPr lang="es-PE" sz="2500" b="1" dirty="0" err="1"/>
              <a:t>Reranker</a:t>
            </a:r>
            <a:endParaRPr lang="es-PE" sz="25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C8EEE5-2C97-A0F9-E73D-1041FC8C5CED}"/>
              </a:ext>
            </a:extLst>
          </p:cNvPr>
          <p:cNvSpPr txBox="1"/>
          <p:nvPr/>
        </p:nvSpPr>
        <p:spPr>
          <a:xfrm>
            <a:off x="334297" y="1905506"/>
            <a:ext cx="428359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u="sng" dirty="0"/>
              <a:t>FAISS: </a:t>
            </a:r>
            <a:r>
              <a:rPr lang="es-PE" sz="1600" dirty="0"/>
              <a:t>Facebook AI </a:t>
            </a:r>
            <a:r>
              <a:rPr lang="es-PE" sz="1600" dirty="0" err="1"/>
              <a:t>Similaruty</a:t>
            </a:r>
            <a:r>
              <a:rPr lang="es-PE" sz="1600" dirty="0"/>
              <a:t> </a:t>
            </a:r>
            <a:r>
              <a:rPr lang="es-PE" sz="1600" dirty="0" err="1"/>
              <a:t>Search</a:t>
            </a:r>
            <a:endParaRPr lang="es-PE" sz="1600" b="1" u="sng" dirty="0"/>
          </a:p>
          <a:p>
            <a:r>
              <a:rPr lang="es-PE" sz="1600" dirty="0"/>
              <a:t>Es una librería de Facebook para búsqueda de vectores utilizada para una búsqueda semántica, su objetivo es encontrar el vector más similar a una consulta.</a:t>
            </a:r>
          </a:p>
          <a:p>
            <a:endParaRPr lang="es-PE" sz="1600" dirty="0"/>
          </a:p>
          <a:p>
            <a:r>
              <a:rPr lang="es-PE" sz="1600" b="1" u="sng" dirty="0"/>
              <a:t>HNSW: </a:t>
            </a:r>
            <a:r>
              <a:rPr lang="es-PE" sz="1600" dirty="0" err="1"/>
              <a:t>Hierarchical</a:t>
            </a:r>
            <a:r>
              <a:rPr lang="es-PE" sz="1600" dirty="0"/>
              <a:t> </a:t>
            </a:r>
            <a:r>
              <a:rPr lang="es-PE" sz="1600" dirty="0" err="1"/>
              <a:t>Navigable</a:t>
            </a:r>
            <a:r>
              <a:rPr lang="es-PE" sz="1600" dirty="0"/>
              <a:t> Small </a:t>
            </a:r>
            <a:r>
              <a:rPr lang="es-PE" sz="1600" dirty="0" err="1"/>
              <a:t>World</a:t>
            </a:r>
            <a:endParaRPr lang="es-PE" sz="1600" dirty="0"/>
          </a:p>
          <a:p>
            <a:r>
              <a:rPr lang="es-PE" sz="1600" dirty="0"/>
              <a:t>Es un algoritmo de búsqueda aproximada de vecinos más cercanos. En lugar de comparar la consulta con todos los vectores, crea un grafo jerárquico que conecta vectores similares.</a:t>
            </a:r>
          </a:p>
        </p:txBody>
      </p:sp>
      <p:pic>
        <p:nvPicPr>
          <p:cNvPr id="2050" name="Picture 2" descr="HNSW : Semantic Search Using FAISS - BakingAI Blog">
            <a:extLst>
              <a:ext uri="{FF2B5EF4-FFF2-40B4-BE49-F238E27FC236}">
                <a16:creationId xmlns:a16="http://schemas.microsoft.com/office/drawing/2014/main" id="{B5E3B647-D97C-0094-CBD0-EFADA91903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41"/>
          <a:stretch>
            <a:fillRect/>
          </a:stretch>
        </p:blipFill>
        <p:spPr bwMode="auto">
          <a:xfrm>
            <a:off x="4617894" y="1169112"/>
            <a:ext cx="7443477" cy="4367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5F05F2-34C8-C6C6-9CFF-2F03BAD8B231}"/>
              </a:ext>
            </a:extLst>
          </p:cNvPr>
          <p:cNvSpPr txBox="1"/>
          <p:nvPr/>
        </p:nvSpPr>
        <p:spPr>
          <a:xfrm>
            <a:off x="6400800" y="762189"/>
            <a:ext cx="4866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800" b="1" u="sng" dirty="0"/>
              <a:t>HNSW: </a:t>
            </a:r>
            <a:r>
              <a:rPr lang="es-PE" sz="1800" b="1" u="sng" dirty="0" err="1"/>
              <a:t>Hierarchical</a:t>
            </a:r>
            <a:r>
              <a:rPr lang="es-PE" sz="1800" b="1" u="sng" dirty="0"/>
              <a:t> </a:t>
            </a:r>
            <a:r>
              <a:rPr lang="es-PE" sz="1800" b="1" u="sng" dirty="0" err="1"/>
              <a:t>Navigable</a:t>
            </a:r>
            <a:r>
              <a:rPr lang="es-PE" sz="1800" b="1" u="sng" dirty="0"/>
              <a:t> Small </a:t>
            </a:r>
            <a:r>
              <a:rPr lang="es-PE" sz="1800" b="1" u="sng" dirty="0" err="1"/>
              <a:t>World</a:t>
            </a:r>
            <a:endParaRPr lang="es-PE" b="1" u="sng" dirty="0"/>
          </a:p>
        </p:txBody>
      </p:sp>
    </p:spTree>
    <p:extLst>
      <p:ext uri="{BB962C8B-B14F-4D97-AF65-F5344CB8AC3E}">
        <p14:creationId xmlns:p14="http://schemas.microsoft.com/office/powerpoint/2010/main" val="3130128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8C5DA-E431-89D0-624F-891F2B26B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08DB94-4C0D-8515-0329-8C9A66702260}"/>
              </a:ext>
            </a:extLst>
          </p:cNvPr>
          <p:cNvSpPr txBox="1"/>
          <p:nvPr/>
        </p:nvSpPr>
        <p:spPr>
          <a:xfrm>
            <a:off x="334297" y="285135"/>
            <a:ext cx="115037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500" b="1" dirty="0"/>
              <a:t>5. FAISS + </a:t>
            </a:r>
            <a:r>
              <a:rPr lang="es-PE" sz="2500" b="1" dirty="0" err="1"/>
              <a:t>Reranker</a:t>
            </a:r>
            <a:endParaRPr lang="es-PE" sz="25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7675158-3EF3-29CF-034C-E33D8902F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282872"/>
              </p:ext>
            </p:extLst>
          </p:nvPr>
        </p:nvGraphicFramePr>
        <p:xfrm>
          <a:off x="334297" y="1158467"/>
          <a:ext cx="11572568" cy="4301584"/>
        </p:xfrm>
        <a:graphic>
          <a:graphicData uri="http://schemas.openxmlformats.org/drawingml/2006/table">
            <a:tbl>
              <a:tblPr/>
              <a:tblGrid>
                <a:gridCol w="2893142">
                  <a:extLst>
                    <a:ext uri="{9D8B030D-6E8A-4147-A177-3AD203B41FA5}">
                      <a16:colId xmlns:a16="http://schemas.microsoft.com/office/drawing/2014/main" val="2914291995"/>
                    </a:ext>
                  </a:extLst>
                </a:gridCol>
                <a:gridCol w="2893142">
                  <a:extLst>
                    <a:ext uri="{9D8B030D-6E8A-4147-A177-3AD203B41FA5}">
                      <a16:colId xmlns:a16="http://schemas.microsoft.com/office/drawing/2014/main" val="1989960074"/>
                    </a:ext>
                  </a:extLst>
                </a:gridCol>
                <a:gridCol w="2893142">
                  <a:extLst>
                    <a:ext uri="{9D8B030D-6E8A-4147-A177-3AD203B41FA5}">
                      <a16:colId xmlns:a16="http://schemas.microsoft.com/office/drawing/2014/main" val="3866500511"/>
                    </a:ext>
                  </a:extLst>
                </a:gridCol>
                <a:gridCol w="2893142">
                  <a:extLst>
                    <a:ext uri="{9D8B030D-6E8A-4147-A177-3AD203B41FA5}">
                      <a16:colId xmlns:a16="http://schemas.microsoft.com/office/drawing/2014/main" val="732460717"/>
                    </a:ext>
                  </a:extLst>
                </a:gridCol>
              </a:tblGrid>
              <a:tr h="184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1" dirty="0">
                          <a:solidFill>
                            <a:schemeClr val="bg1"/>
                          </a:solidFill>
                          <a:latin typeface="+mn-lt"/>
                        </a:rPr>
                        <a:t>Característica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1" dirty="0">
                          <a:solidFill>
                            <a:schemeClr val="bg1"/>
                          </a:solidFill>
                          <a:latin typeface="+mn-lt"/>
                        </a:rPr>
                        <a:t>FAISS Flat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1" dirty="0">
                          <a:solidFill>
                            <a:schemeClr val="bg1"/>
                          </a:solidFill>
                          <a:latin typeface="+mn-lt"/>
                        </a:rPr>
                        <a:t>FAISS IVF (</a:t>
                      </a:r>
                      <a:r>
                        <a:rPr lang="es-PE" sz="1600" b="1" dirty="0" err="1">
                          <a:solidFill>
                            <a:schemeClr val="bg1"/>
                          </a:solidFill>
                          <a:latin typeface="+mn-lt"/>
                        </a:rPr>
                        <a:t>Inverted</a:t>
                      </a:r>
                      <a:r>
                        <a:rPr lang="es-PE" sz="1600" b="1" dirty="0">
                          <a:solidFill>
                            <a:schemeClr val="bg1"/>
                          </a:solidFill>
                          <a:latin typeface="+mn-lt"/>
                        </a:rPr>
                        <a:t> File)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1" dirty="0">
                          <a:solidFill>
                            <a:schemeClr val="bg1"/>
                          </a:solidFill>
                          <a:latin typeface="+mn-lt"/>
                        </a:rPr>
                        <a:t>FAISS HNSW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559664"/>
                  </a:ext>
                </a:extLst>
              </a:tr>
              <a:tr h="184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Tipo de búsqueda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>
                          <a:latin typeface="+mn-lt"/>
                        </a:rPr>
                        <a:t>Exacta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Aproximada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Aproximada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878804"/>
                  </a:ext>
                </a:extLst>
              </a:tr>
              <a:tr h="337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Idea principal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>
                          <a:latin typeface="+mn-lt"/>
                        </a:rPr>
                        <a:t>Comparar la consulta contra todos los vectores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Agrupar vectores en </a:t>
                      </a:r>
                      <a:r>
                        <a:rPr lang="es-PE" sz="1600" b="0" dirty="0" err="1">
                          <a:latin typeface="+mn-lt"/>
                        </a:rPr>
                        <a:t>clusters</a:t>
                      </a:r>
                      <a:r>
                        <a:rPr lang="es-PE" sz="1600" b="0" dirty="0">
                          <a:latin typeface="+mn-lt"/>
                        </a:rPr>
                        <a:t> y buscar solo en algunos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Crear un grafo jerárquico de vecinos similares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7810853"/>
                  </a:ext>
                </a:extLst>
              </a:tr>
              <a:tr h="337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>
                          <a:latin typeface="+mn-lt"/>
                        </a:rPr>
                        <a:t>Estructura de datos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Lista simple de vectores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>
                          <a:latin typeface="+mn-lt"/>
                        </a:rPr>
                        <a:t>Índice invertido con centroides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>
                          <a:latin typeface="+mn-lt"/>
                        </a:rPr>
                        <a:t>Grafo de conexiones entre vectores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575761"/>
                  </a:ext>
                </a:extLst>
              </a:tr>
              <a:tr h="184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Precisión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Máxima (exacta)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>
                          <a:latin typeface="+mn-lt"/>
                        </a:rPr>
                        <a:t>Alta pero aproximada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Muy alta (casi exacta)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8275207"/>
                  </a:ext>
                </a:extLst>
              </a:tr>
              <a:tr h="2198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Velocidad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Lenta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Rápida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Muy rápida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430665"/>
                  </a:ext>
                </a:extLst>
              </a:tr>
              <a:tr h="184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Escalabilidad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>
                          <a:latin typeface="+mn-lt"/>
                        </a:rPr>
                        <a:t>Baja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>
                          <a:latin typeface="+mn-lt"/>
                        </a:rPr>
                        <a:t>Alta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Muy alta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050596"/>
                  </a:ext>
                </a:extLst>
              </a:tr>
              <a:tr h="184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>
                          <a:latin typeface="+mn-lt"/>
                        </a:rPr>
                        <a:t>Uso de memoria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>
                          <a:latin typeface="+mn-lt"/>
                        </a:rPr>
                        <a:t>Bajo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Medio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Alto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154356"/>
                  </a:ext>
                </a:extLst>
              </a:tr>
              <a:tr h="184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Necesita entrenamiento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>
                          <a:latin typeface="+mn-lt"/>
                        </a:rPr>
                        <a:t>No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Sí (</a:t>
                      </a:r>
                      <a:r>
                        <a:rPr lang="es-PE" sz="1600" b="0" dirty="0" err="1">
                          <a:latin typeface="+mn-lt"/>
                        </a:rPr>
                        <a:t>clustering</a:t>
                      </a:r>
                      <a:r>
                        <a:rPr lang="es-PE" sz="1600" b="0" dirty="0">
                          <a:latin typeface="+mn-lt"/>
                        </a:rPr>
                        <a:t> k-</a:t>
                      </a:r>
                      <a:r>
                        <a:rPr lang="es-PE" sz="1600" b="0" dirty="0" err="1">
                          <a:latin typeface="+mn-lt"/>
                        </a:rPr>
                        <a:t>means</a:t>
                      </a:r>
                      <a:r>
                        <a:rPr lang="es-PE" sz="1600" b="0" dirty="0">
                          <a:latin typeface="+mn-lt"/>
                        </a:rPr>
                        <a:t>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No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563722"/>
                  </a:ext>
                </a:extLst>
              </a:tr>
              <a:tr h="2198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Parámetro principal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—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Número de </a:t>
                      </a:r>
                      <a:r>
                        <a:rPr lang="es-PE" sz="1600" b="0" dirty="0" err="1">
                          <a:latin typeface="+mn-lt"/>
                        </a:rPr>
                        <a:t>clusters</a:t>
                      </a:r>
                      <a:endParaRPr lang="es-PE" sz="1600" b="0" dirty="0">
                        <a:latin typeface="+mn-lt"/>
                      </a:endParaRP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Conexiones por nodo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9350068"/>
                  </a:ext>
                </a:extLst>
              </a:tr>
              <a:tr h="337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Tamaño de </a:t>
                      </a:r>
                      <a:r>
                        <a:rPr lang="es-PE" sz="1600" b="0" dirty="0" err="1">
                          <a:latin typeface="+mn-lt"/>
                        </a:rPr>
                        <a:t>dataset</a:t>
                      </a:r>
                      <a:r>
                        <a:rPr lang="es-PE" sz="1600" b="0" dirty="0">
                          <a:latin typeface="+mn-lt"/>
                        </a:rPr>
                        <a:t> recomendado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>
                          <a:latin typeface="+mn-lt"/>
                        </a:rPr>
                        <a:t>&lt; 100k vectores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100k – 10M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100k – 100M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776154"/>
                  </a:ext>
                </a:extLst>
              </a:tr>
              <a:tr h="337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>
                          <a:latin typeface="+mn-lt"/>
                        </a:rPr>
                        <a:t>Uso típico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 err="1">
                          <a:latin typeface="+mn-lt"/>
                        </a:rPr>
                        <a:t>Datasets</a:t>
                      </a:r>
                      <a:r>
                        <a:rPr lang="es-PE" sz="1600" b="0" dirty="0">
                          <a:latin typeface="+mn-lt"/>
                        </a:rPr>
                        <a:t> pequeños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>
                          <a:latin typeface="+mn-lt"/>
                        </a:rPr>
                        <a:t>Sistemas de búsqueda grandes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 err="1">
                          <a:latin typeface="+mn-lt"/>
                        </a:rPr>
                        <a:t>Databasets</a:t>
                      </a:r>
                      <a:r>
                        <a:rPr lang="es-PE" sz="1600" b="0" dirty="0">
                          <a:latin typeface="+mn-lt"/>
                        </a:rPr>
                        <a:t> muy grandes y RAG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29096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6895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F39B9-EBCF-535D-78B0-04A6699D3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B2C3BE-EC3D-79A3-EFDE-9615D1C26717}"/>
              </a:ext>
            </a:extLst>
          </p:cNvPr>
          <p:cNvSpPr txBox="1"/>
          <p:nvPr/>
        </p:nvSpPr>
        <p:spPr>
          <a:xfrm>
            <a:off x="334297" y="285135"/>
            <a:ext cx="115037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500" b="1" dirty="0"/>
              <a:t>5. FAISS + </a:t>
            </a:r>
            <a:r>
              <a:rPr lang="es-PE" sz="2500" b="1" dirty="0" err="1"/>
              <a:t>Reranker</a:t>
            </a:r>
            <a:endParaRPr lang="es-PE" sz="25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FA8032-9C95-1668-ACEF-B37E9EED3E7F}"/>
              </a:ext>
            </a:extLst>
          </p:cNvPr>
          <p:cNvSpPr txBox="1"/>
          <p:nvPr/>
        </p:nvSpPr>
        <p:spPr>
          <a:xfrm>
            <a:off x="334297" y="874455"/>
            <a:ext cx="1150374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u="sng" dirty="0" err="1"/>
              <a:t>Reranker</a:t>
            </a:r>
            <a:endParaRPr lang="es-PE" sz="1600" b="1" u="sng" dirty="0"/>
          </a:p>
          <a:p>
            <a:r>
              <a:rPr lang="es-PE" sz="1600" dirty="0"/>
              <a:t>El </a:t>
            </a:r>
            <a:r>
              <a:rPr lang="es-PE" sz="1600" dirty="0" err="1"/>
              <a:t>reranker</a:t>
            </a:r>
            <a:r>
              <a:rPr lang="es-PE" sz="1600" dirty="0"/>
              <a:t> Cross-</a:t>
            </a:r>
            <a:r>
              <a:rPr lang="es-PE" sz="1600" dirty="0" err="1"/>
              <a:t>Encoder</a:t>
            </a:r>
            <a:r>
              <a:rPr lang="es-PE" sz="1600" dirty="0"/>
              <a:t> es un modelo que se usa en sistemas RAG o motores de búsqueda semántica para reordenar (</a:t>
            </a:r>
            <a:r>
              <a:rPr lang="es-PE" sz="1600" dirty="0" err="1"/>
              <a:t>rerank</a:t>
            </a:r>
            <a:r>
              <a:rPr lang="es-PE" sz="1600" dirty="0"/>
              <a:t>) los documentos recuperados y mejorar la relevancia de los resultados antes de enviarlos al LLM. Es una segunda etapa de ranking que mejora la calidad del </a:t>
            </a:r>
            <a:r>
              <a:rPr lang="es-PE" sz="1600" dirty="0" err="1"/>
              <a:t>retrieval</a:t>
            </a:r>
            <a:r>
              <a:rPr lang="es-PE" sz="1600" dirty="0"/>
              <a:t>.</a:t>
            </a:r>
          </a:p>
          <a:p>
            <a:endParaRPr lang="es-PE" sz="1600" dirty="0"/>
          </a:p>
          <a:p>
            <a:r>
              <a:rPr lang="es-PE" sz="1600" u="sng" dirty="0"/>
              <a:t>Problema del FAISS: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1600" dirty="0"/>
              <a:t>FAISS solo usa similitud vectorial.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1600" dirty="0"/>
              <a:t>FAISS no entiende la relación semántica completa.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PE" sz="1600" dirty="0"/>
          </a:p>
          <a:p>
            <a:r>
              <a:rPr lang="es-PE" sz="1600" u="sng" dirty="0"/>
              <a:t>Solución del </a:t>
            </a:r>
            <a:r>
              <a:rPr lang="es-PE" sz="1600" u="sng" dirty="0" err="1"/>
              <a:t>Reranker</a:t>
            </a:r>
            <a:r>
              <a:rPr lang="es-PE" sz="1600" u="sng" dirty="0"/>
              <a:t> / Cross-</a:t>
            </a:r>
            <a:r>
              <a:rPr lang="es-PE" sz="1600" u="sng" dirty="0" err="1"/>
              <a:t>Encoder</a:t>
            </a:r>
            <a:r>
              <a:rPr lang="es-PE" sz="1600" u="sng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1600" dirty="0"/>
              <a:t>Analiza la pregunta y el documento juntos debido a que reordena los documentos por relevancia real; se ejecuta luego del </a:t>
            </a:r>
            <a:r>
              <a:rPr lang="es-PE" sz="1600" dirty="0" err="1"/>
              <a:t>Retreival</a:t>
            </a:r>
            <a:r>
              <a:rPr lang="es-PE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47444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841AF-A256-D820-709D-699AEE7C8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2F514F-6F27-DD1F-A163-961BE9C6A6A5}"/>
              </a:ext>
            </a:extLst>
          </p:cNvPr>
          <p:cNvSpPr txBox="1"/>
          <p:nvPr/>
        </p:nvSpPr>
        <p:spPr>
          <a:xfrm>
            <a:off x="334297" y="285135"/>
            <a:ext cx="115037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500" b="1" dirty="0"/>
              <a:t>5. FAISS + </a:t>
            </a:r>
            <a:r>
              <a:rPr lang="es-PE" sz="2500" b="1" dirty="0" err="1"/>
              <a:t>Reranker</a:t>
            </a:r>
            <a:endParaRPr lang="es-PE" sz="25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544DB5-1398-7BB5-9535-F224CAD6C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15" y="1050537"/>
            <a:ext cx="5451756" cy="55223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BD060E-025C-6A17-85F7-3103C51AF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2997" y="1513489"/>
            <a:ext cx="5534988" cy="457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460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1A88D-91A8-8AFA-7668-252544880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0E072D-CFBB-EE09-B373-AAA1A146445C}"/>
              </a:ext>
            </a:extLst>
          </p:cNvPr>
          <p:cNvSpPr txBox="1"/>
          <p:nvPr/>
        </p:nvSpPr>
        <p:spPr>
          <a:xfrm>
            <a:off x="334297" y="285135"/>
            <a:ext cx="115037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500" b="1" dirty="0"/>
              <a:t>6. </a:t>
            </a:r>
            <a:r>
              <a:rPr lang="es-PE" sz="2500" b="1" dirty="0" err="1"/>
              <a:t>Hallucination</a:t>
            </a:r>
            <a:r>
              <a:rPr lang="es-PE" sz="2500" b="1" dirty="0"/>
              <a:t> + </a:t>
            </a:r>
            <a:r>
              <a:rPr lang="es-PE" sz="2500" b="1" dirty="0" err="1"/>
              <a:t>Grounding</a:t>
            </a:r>
            <a:endParaRPr lang="es-PE" sz="25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150B1C-4888-3462-80CE-210EE06580E4}"/>
              </a:ext>
            </a:extLst>
          </p:cNvPr>
          <p:cNvSpPr txBox="1"/>
          <p:nvPr/>
        </p:nvSpPr>
        <p:spPr>
          <a:xfrm>
            <a:off x="334297" y="874455"/>
            <a:ext cx="5500626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u="sng" dirty="0" err="1"/>
              <a:t>Hallucination</a:t>
            </a:r>
            <a:r>
              <a:rPr lang="es-PE" sz="1600" b="1" u="sng" dirty="0"/>
              <a:t> </a:t>
            </a:r>
            <a:r>
              <a:rPr lang="es-PE" sz="1600" b="1" u="sng" dirty="0" err="1"/>
              <a:t>guard</a:t>
            </a:r>
            <a:endParaRPr lang="es-PE" sz="1600" b="1" u="sng" dirty="0"/>
          </a:p>
          <a:p>
            <a:r>
              <a:rPr lang="es-PE" sz="1600" dirty="0"/>
              <a:t>El </a:t>
            </a:r>
            <a:r>
              <a:rPr lang="es-PE" sz="1600" dirty="0" err="1"/>
              <a:t>Hallucination</a:t>
            </a:r>
            <a:r>
              <a:rPr lang="es-PE" sz="1600" dirty="0"/>
              <a:t> </a:t>
            </a:r>
            <a:r>
              <a:rPr lang="es-PE" sz="1600" dirty="0" err="1"/>
              <a:t>Guard</a:t>
            </a:r>
            <a:r>
              <a:rPr lang="es-PE" sz="1600" dirty="0"/>
              <a:t> es un mecanismo o conjunto de técnicas utilizado en sistemas de </a:t>
            </a:r>
            <a:r>
              <a:rPr lang="es-PE" sz="1600" dirty="0" err="1"/>
              <a:t>LLMs</a:t>
            </a:r>
            <a:r>
              <a:rPr lang="es-PE" sz="1600" dirty="0"/>
              <a:t> y RAG (</a:t>
            </a:r>
            <a:r>
              <a:rPr lang="es-PE" sz="1600" dirty="0" err="1"/>
              <a:t>Retrieval-Augmented</a:t>
            </a:r>
            <a:r>
              <a:rPr lang="es-PE" sz="1600" dirty="0"/>
              <a:t> </a:t>
            </a:r>
            <a:r>
              <a:rPr lang="es-PE" sz="1600" dirty="0" err="1"/>
              <a:t>Generation</a:t>
            </a:r>
            <a:r>
              <a:rPr lang="es-PE" sz="1600" dirty="0"/>
              <a:t>) para detectar o prevenir alucinaciones del modelo (invención de información o afirmación de algo incorrecto).</a:t>
            </a:r>
          </a:p>
          <a:p>
            <a:endParaRPr lang="es-PE" sz="1600" dirty="0"/>
          </a:p>
          <a:p>
            <a:r>
              <a:rPr lang="es-PE" sz="1600" dirty="0"/>
              <a:t>El objetivo es i) verificar el </a:t>
            </a:r>
            <a:r>
              <a:rPr lang="es-PE" sz="1600" dirty="0" err="1"/>
              <a:t>grounding</a:t>
            </a:r>
            <a:r>
              <a:rPr lang="es-PE" sz="1600" dirty="0"/>
              <a:t> (proceso mediante el cual un modelo de lenguaje basa sus respuestas en información verificable proveniente de fuentes externas), </a:t>
            </a:r>
            <a:r>
              <a:rPr lang="es-PE" sz="1600" dirty="0" err="1"/>
              <a:t>ii</a:t>
            </a:r>
            <a:r>
              <a:rPr lang="es-PE" sz="1600" dirty="0"/>
              <a:t>) asegurar que la respuesta provenga del contexto.</a:t>
            </a:r>
          </a:p>
          <a:p>
            <a:endParaRPr lang="es-PE" sz="1600" dirty="0"/>
          </a:p>
          <a:p>
            <a:r>
              <a:rPr lang="es-PE" sz="1600" dirty="0"/>
              <a:t>Los resultados muestran que el modelo sería confiable debido a que el indicador es igual a 0.00, mientras el indicador está más cercano a ceo no habría evidencia de alucinación, por otro lado, se cuenta con altos indicadores de </a:t>
            </a:r>
            <a:r>
              <a:rPr lang="es-PE" sz="1600" dirty="0" err="1"/>
              <a:t>similaridad</a:t>
            </a:r>
            <a:r>
              <a:rPr lang="es-PE" sz="1600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89A4EE-86D3-728F-6615-02C2F1955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079" y="1124157"/>
            <a:ext cx="5474260" cy="452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876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DFFDB-C73E-430B-CA55-D9D0FE27D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95763A-7C34-D7C8-A094-33C126F7742F}"/>
              </a:ext>
            </a:extLst>
          </p:cNvPr>
          <p:cNvSpPr txBox="1"/>
          <p:nvPr/>
        </p:nvSpPr>
        <p:spPr>
          <a:xfrm>
            <a:off x="334297" y="285135"/>
            <a:ext cx="115037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500" b="1" dirty="0"/>
              <a:t>6. </a:t>
            </a:r>
            <a:r>
              <a:rPr lang="es-PE" sz="2500" b="1" dirty="0" err="1"/>
              <a:t>Hallucination</a:t>
            </a:r>
            <a:r>
              <a:rPr lang="es-PE" sz="2500" b="1" dirty="0"/>
              <a:t> + </a:t>
            </a:r>
            <a:r>
              <a:rPr lang="es-PE" sz="2500" b="1" dirty="0" err="1"/>
              <a:t>Grounding</a:t>
            </a:r>
            <a:endParaRPr lang="es-PE" sz="25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F37F20-BF58-515C-491B-FDBA6C38D779}"/>
              </a:ext>
            </a:extLst>
          </p:cNvPr>
          <p:cNvSpPr txBox="1"/>
          <p:nvPr/>
        </p:nvSpPr>
        <p:spPr>
          <a:xfrm>
            <a:off x="334297" y="874455"/>
            <a:ext cx="5500626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u="sng" dirty="0" err="1"/>
              <a:t>Grounding</a:t>
            </a:r>
            <a:endParaRPr lang="es-PE" sz="1600" b="1" u="sng" dirty="0"/>
          </a:p>
          <a:p>
            <a:r>
              <a:rPr lang="es-PE" sz="1600" dirty="0"/>
              <a:t>Proceso mediante el cual un modelo de lenguaje basa sus respuestas en información verificable proveniente de fuentes externas (documentos, bases de datos, </a:t>
            </a:r>
            <a:r>
              <a:rPr lang="es-PE" sz="1600" dirty="0" err="1"/>
              <a:t>APIs</a:t>
            </a:r>
            <a:r>
              <a:rPr lang="es-PE" sz="1600" dirty="0"/>
              <a:t>, etc.), en lugar de generar respuestas únicamente a partir de su conocimiento interno.</a:t>
            </a:r>
          </a:p>
          <a:p>
            <a:endParaRPr lang="es-PE" sz="1600" dirty="0"/>
          </a:p>
          <a:p>
            <a:r>
              <a:rPr lang="es-PE" sz="1600" dirty="0"/>
              <a:t>El objetivo es i) reducir alucinaciones, </a:t>
            </a:r>
            <a:r>
              <a:rPr lang="es-PE" sz="1600" dirty="0" err="1"/>
              <a:t>ii</a:t>
            </a:r>
            <a:r>
              <a:rPr lang="es-PE" sz="1600" dirty="0"/>
              <a:t>) aumentar la precisión de las repuestas una por una, </a:t>
            </a:r>
            <a:r>
              <a:rPr lang="es-PE" sz="1600" dirty="0" err="1"/>
              <a:t>iii</a:t>
            </a:r>
            <a:r>
              <a:rPr lang="es-PE" sz="1600" dirty="0"/>
              <a:t>) permitir trazabilidad de la información, </a:t>
            </a:r>
            <a:r>
              <a:rPr lang="es-PE" sz="1600" dirty="0" err="1"/>
              <a:t>iv</a:t>
            </a:r>
            <a:r>
              <a:rPr lang="es-PE" sz="1600" dirty="0"/>
              <a:t>) garantizar que las respuestas provienen de documentos reales.</a:t>
            </a:r>
          </a:p>
          <a:p>
            <a:endParaRPr lang="es-PE" sz="1600" dirty="0"/>
          </a:p>
          <a:p>
            <a:r>
              <a:rPr lang="es-PE" sz="1600" dirty="0"/>
              <a:t>El proyecto muestra que los resultados se encuentran en el rango entre 0.70 – 0.78, es decir, se ubican en el intervalo que indica que el modelo sí está relacionado con el contexto, además, las oraciones son similares al documento. Las correcciones para mejorar el indicador de </a:t>
            </a:r>
            <a:r>
              <a:rPr lang="es-PE" sz="1600" dirty="0" err="1"/>
              <a:t>grounding</a:t>
            </a:r>
            <a:r>
              <a:rPr lang="es-PE" sz="1600" dirty="0"/>
              <a:t> son las siguientes: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1600" dirty="0"/>
              <a:t>Disminuir el tamaño del </a:t>
            </a:r>
            <a:r>
              <a:rPr lang="es-PE" sz="1600" dirty="0" err="1"/>
              <a:t>chunk</a:t>
            </a:r>
            <a:r>
              <a:rPr lang="es-PE" sz="1600" dirty="0"/>
              <a:t> y aumentar el tamaño del </a:t>
            </a:r>
            <a:r>
              <a:rPr lang="es-PE" sz="1600" dirty="0" err="1"/>
              <a:t>overlap</a:t>
            </a:r>
            <a:r>
              <a:rPr lang="es-PE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1600" dirty="0"/>
              <a:t>Revisar el modelo de </a:t>
            </a:r>
            <a:r>
              <a:rPr lang="es-PE" sz="1600" dirty="0" err="1"/>
              <a:t>embeddings</a:t>
            </a:r>
            <a:r>
              <a:rPr lang="es-PE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1600" dirty="0"/>
              <a:t>Aumentar el número de </a:t>
            </a:r>
            <a:r>
              <a:rPr lang="es-PE" sz="1600" dirty="0" err="1"/>
              <a:t>retrievals</a:t>
            </a:r>
            <a:r>
              <a:rPr lang="es-PE" sz="1600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C9B4F2-6F99-7FAE-1112-9B084BA06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29102"/>
            <a:ext cx="5918201" cy="401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778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F3507-34A3-7DD5-61AA-8D1D11A55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CF5865-9876-5199-D9F9-3022F04805C2}"/>
              </a:ext>
            </a:extLst>
          </p:cNvPr>
          <p:cNvSpPr txBox="1"/>
          <p:nvPr/>
        </p:nvSpPr>
        <p:spPr>
          <a:xfrm>
            <a:off x="334297" y="285135"/>
            <a:ext cx="115037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500" b="1" dirty="0"/>
              <a:t>7. Demo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95EC929-809B-8367-0B63-E3AA3B9BA3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9261493"/>
              </p:ext>
            </p:extLst>
          </p:nvPr>
        </p:nvGraphicFramePr>
        <p:xfrm>
          <a:off x="334297" y="987973"/>
          <a:ext cx="5477924" cy="5584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5315FBE-5782-B08F-934B-F9B1DEBC721E}"/>
              </a:ext>
            </a:extLst>
          </p:cNvPr>
          <p:cNvSpPr txBox="1"/>
          <p:nvPr/>
        </p:nvSpPr>
        <p:spPr>
          <a:xfrm>
            <a:off x="6295697" y="846131"/>
            <a:ext cx="5562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Query</a:t>
            </a:r>
            <a:r>
              <a:rPr lang="es-P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Who </a:t>
            </a:r>
            <a:r>
              <a:rPr lang="es-P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es-P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P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Sophocles</a:t>
            </a:r>
            <a:r>
              <a:rPr lang="es-P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1BD842-3C37-A762-E12B-C5295080DBF1}"/>
              </a:ext>
            </a:extLst>
          </p:cNvPr>
          <p:cNvSpPr txBox="1"/>
          <p:nvPr/>
        </p:nvSpPr>
        <p:spPr>
          <a:xfrm>
            <a:off x="6295697" y="1353962"/>
            <a:ext cx="571762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effectLst/>
                <a:latin typeface="Courier New" panose="02070309020205020404" pitchFamily="49" charset="0"/>
              </a:rPr>
              <a:t>Sophocles was a famous playwright of ancient Greek tragedy, alongside Aeschylus and Euripides. His works are still performed centuries after his initial premiere.</a:t>
            </a:r>
          </a:p>
          <a:p>
            <a:r>
              <a:rPr lang="en-US" sz="1400" b="1" dirty="0">
                <a:latin typeface="Courier New" panose="02070309020205020404" pitchFamily="49" charset="0"/>
              </a:rPr>
              <a:t>(Retrieved valid docs: 8)</a:t>
            </a:r>
            <a:endParaRPr lang="es-PE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5F018B-DF34-6C6E-19EB-1522EE6833F9}"/>
              </a:ext>
            </a:extLst>
          </p:cNvPr>
          <p:cNvSpPr txBox="1"/>
          <p:nvPr/>
        </p:nvSpPr>
        <p:spPr>
          <a:xfrm>
            <a:off x="6295697" y="2723567"/>
            <a:ext cx="571762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effectLst/>
                <a:latin typeface="Courier New" panose="02070309020205020404" pitchFamily="49" charset="0"/>
              </a:rPr>
              <a:t>Sophocles was a famous playwright of ancient Greek tragedy, alongside Aeschylus and Euripides. </a:t>
            </a:r>
            <a:r>
              <a:rPr lang="en-US" sz="14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[source 1]</a:t>
            </a:r>
          </a:p>
          <a:p>
            <a:r>
              <a:rPr lang="en-US" sz="1400" b="1" i="0" dirty="0">
                <a:effectLst/>
                <a:latin typeface="Courier New" panose="02070309020205020404" pitchFamily="49" charset="0"/>
              </a:rPr>
              <a:t>His works are still performed centuries after his initial premiere. </a:t>
            </a:r>
            <a:r>
              <a:rPr lang="en-US" sz="14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[source 1]</a:t>
            </a:r>
            <a:endParaRPr lang="es-PE" sz="1400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49907C-91C5-F3D7-24D7-6856BCC972D1}"/>
              </a:ext>
            </a:extLst>
          </p:cNvPr>
          <p:cNvSpPr txBox="1"/>
          <p:nvPr/>
        </p:nvSpPr>
        <p:spPr>
          <a:xfrm>
            <a:off x="6295697" y="4093172"/>
            <a:ext cx="5717627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Mean similarity: </a:t>
            </a:r>
            <a:r>
              <a:rPr lang="en-US" sz="1400" b="1" i="0" dirty="0">
                <a:effectLst/>
                <a:latin typeface="Courier New" panose="02070309020205020404" pitchFamily="49" charset="0"/>
              </a:rPr>
              <a:t>0.7427419424057007</a:t>
            </a:r>
          </a:p>
          <a:p>
            <a:r>
              <a:rPr lang="en-US" sz="14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Hallucination ratio: </a:t>
            </a:r>
            <a:r>
              <a:rPr lang="en-US" sz="1400" b="1" i="0" dirty="0">
                <a:effectLst/>
                <a:latin typeface="Courier New" panose="02070309020205020404" pitchFamily="49" charset="0"/>
              </a:rPr>
              <a:t>0.0</a:t>
            </a:r>
          </a:p>
          <a:p>
            <a:r>
              <a:rPr lang="en-US" sz="14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Sentence: </a:t>
            </a:r>
            <a:r>
              <a:rPr lang="en-US" sz="1400" b="1" i="0" dirty="0">
                <a:effectLst/>
                <a:latin typeface="Courier New" panose="02070309020205020404" pitchFamily="49" charset="0"/>
              </a:rPr>
              <a:t>Sophocles was a famous playwright of ancient Greek tragedy, alongside Aeschylus and Euripides.</a:t>
            </a:r>
          </a:p>
          <a:p>
            <a:r>
              <a:rPr lang="en-US" sz="1400" b="1" i="0" dirty="0">
                <a:effectLst/>
                <a:latin typeface="Courier New" panose="02070309020205020404" pitchFamily="49" charset="0"/>
              </a:rPr>
              <a:t>Similarity</a:t>
            </a:r>
            <a:r>
              <a:rPr lang="en-US" sz="14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: 0.7850791215896606</a:t>
            </a:r>
          </a:p>
          <a:p>
            <a:r>
              <a:rPr lang="en-US" sz="14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Hallucinated</a:t>
            </a:r>
            <a:r>
              <a:rPr lang="en-US" sz="1400" b="1" i="0" dirty="0">
                <a:effectLst/>
                <a:latin typeface="Courier New" panose="02070309020205020404" pitchFamily="49" charset="0"/>
              </a:rPr>
              <a:t>: False</a:t>
            </a:r>
          </a:p>
          <a:p>
            <a:r>
              <a:rPr lang="en-US" sz="14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Best context sentence: </a:t>
            </a:r>
            <a:r>
              <a:rPr lang="en-US" sz="1400" b="1" i="0" dirty="0">
                <a:effectLst/>
                <a:latin typeface="Courier New" panose="02070309020205020404" pitchFamily="49" charset="0"/>
              </a:rPr>
              <a:t>The most famous playwrights of the genre were Aeschylus, Sophocles, and Euripides and many of their works were still performed centuries after their initial premiere.</a:t>
            </a:r>
            <a:endParaRPr lang="es-PE" sz="1400" dirty="0"/>
          </a:p>
        </p:txBody>
      </p:sp>
    </p:spTree>
    <p:extLst>
      <p:ext uri="{BB962C8B-B14F-4D97-AF65-F5344CB8AC3E}">
        <p14:creationId xmlns:p14="http://schemas.microsoft.com/office/powerpoint/2010/main" val="231072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94157-F809-99CD-F643-3C051F07D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6D99C1-40AD-34BF-6F13-FA6DD7EC256A}"/>
              </a:ext>
            </a:extLst>
          </p:cNvPr>
          <p:cNvSpPr txBox="1"/>
          <p:nvPr/>
        </p:nvSpPr>
        <p:spPr>
          <a:xfrm>
            <a:off x="334297" y="285135"/>
            <a:ext cx="115037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500" b="1" dirty="0"/>
              <a:t>8. Resultados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44EB95-34DB-6117-6449-95FAA121C4A0}"/>
              </a:ext>
            </a:extLst>
          </p:cNvPr>
          <p:cNvSpPr txBox="1"/>
          <p:nvPr/>
        </p:nvSpPr>
        <p:spPr>
          <a:xfrm>
            <a:off x="334296" y="874455"/>
            <a:ext cx="11742089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PE" sz="1600" b="1" u="sng" dirty="0"/>
              <a:t>Carga del corpus (MS Marco)</a:t>
            </a:r>
          </a:p>
          <a:p>
            <a:r>
              <a:rPr lang="es-PE" sz="1600" dirty="0"/>
              <a:t>Corpus textual disponible para indexación.</a:t>
            </a:r>
          </a:p>
          <a:p>
            <a:endParaRPr lang="es-PE" sz="1600" dirty="0"/>
          </a:p>
          <a:p>
            <a:pPr marL="342900" indent="-342900">
              <a:buFont typeface="+mj-lt"/>
              <a:buAutoNum type="arabicPeriod" startAt="2"/>
            </a:pPr>
            <a:r>
              <a:rPr lang="es-PE" sz="1600" b="1" u="sng" dirty="0" err="1"/>
              <a:t>Chunking</a:t>
            </a:r>
            <a:r>
              <a:rPr lang="es-PE" sz="1600" b="1" u="sng" dirty="0"/>
              <a:t> + </a:t>
            </a:r>
            <a:r>
              <a:rPr lang="es-PE" sz="1600" b="1" u="sng" dirty="0" err="1"/>
              <a:t>Overlap</a:t>
            </a:r>
            <a:endParaRPr lang="es-PE" sz="1600" b="1" u="sng" dirty="0"/>
          </a:p>
          <a:p>
            <a:r>
              <a:rPr lang="es-PE" sz="1600" dirty="0"/>
              <a:t>Cada documento se divide en pequeños </a:t>
            </a:r>
            <a:r>
              <a:rPr lang="es-PE" sz="1600" dirty="0" err="1"/>
              <a:t>chunks</a:t>
            </a:r>
            <a:r>
              <a:rPr lang="es-PE" sz="1600" dirty="0"/>
              <a:t> (</a:t>
            </a:r>
            <a:r>
              <a:rPr lang="es-PE" sz="1600" dirty="0" err="1"/>
              <a:t>chunk_size</a:t>
            </a:r>
            <a:r>
              <a:rPr lang="es-PE" sz="1600" dirty="0"/>
              <a:t> = 80), y hay información que se trasvasa entre los </a:t>
            </a:r>
            <a:r>
              <a:rPr lang="es-PE" sz="1600" dirty="0" err="1"/>
              <a:t>chunks</a:t>
            </a:r>
            <a:r>
              <a:rPr lang="es-PE" sz="1600" dirty="0"/>
              <a:t> (</a:t>
            </a:r>
            <a:r>
              <a:rPr lang="es-PE" sz="1600" dirty="0" err="1"/>
              <a:t>overlap</a:t>
            </a:r>
            <a:r>
              <a:rPr lang="es-PE" sz="1600" dirty="0"/>
              <a:t> = 20)</a:t>
            </a:r>
          </a:p>
          <a:p>
            <a:endParaRPr lang="es-PE" sz="1600" dirty="0"/>
          </a:p>
          <a:p>
            <a:pPr marL="342900" indent="-342900">
              <a:buFont typeface="+mj-lt"/>
              <a:buAutoNum type="arabicPeriod" startAt="3"/>
            </a:pPr>
            <a:r>
              <a:rPr lang="es-PE" sz="1600" b="1" u="sng" dirty="0" err="1"/>
              <a:t>Embeddings</a:t>
            </a:r>
            <a:endParaRPr lang="es-PE" sz="1600" b="1" u="sng" dirty="0"/>
          </a:p>
          <a:p>
            <a:r>
              <a:rPr lang="es-PE" sz="1600" dirty="0"/>
              <a:t>Cada </a:t>
            </a:r>
            <a:r>
              <a:rPr lang="es-PE" sz="1600" dirty="0" err="1"/>
              <a:t>chunk</a:t>
            </a:r>
            <a:r>
              <a:rPr lang="es-PE" sz="1600" dirty="0"/>
              <a:t> se convierte en un vector semántico esto permite comparar semánticamente preguntas y documentos.</a:t>
            </a:r>
          </a:p>
          <a:p>
            <a:endParaRPr lang="es-PE" sz="1600" dirty="0"/>
          </a:p>
          <a:p>
            <a:pPr marL="342900" indent="-342900">
              <a:buFont typeface="+mj-lt"/>
              <a:buAutoNum type="arabicPeriod" startAt="4"/>
            </a:pPr>
            <a:r>
              <a:rPr lang="es-PE" sz="1600" b="1" u="sng" dirty="0" err="1"/>
              <a:t>Rerankg</a:t>
            </a:r>
            <a:r>
              <a:rPr lang="es-PE" sz="1600" b="1" u="sng" dirty="0"/>
              <a:t> (</a:t>
            </a:r>
            <a:r>
              <a:rPr lang="es-PE" sz="1600" b="1" u="sng" dirty="0" err="1"/>
              <a:t>CrossEncoder</a:t>
            </a:r>
            <a:r>
              <a:rPr lang="es-PE" sz="1600" b="1" u="sng" dirty="0"/>
              <a:t>)</a:t>
            </a:r>
          </a:p>
          <a:p>
            <a:r>
              <a:rPr lang="es-PE" sz="1600" dirty="0"/>
              <a:t>El </a:t>
            </a:r>
            <a:r>
              <a:rPr lang="es-PE" sz="1600" dirty="0" err="1"/>
              <a:t>reranker</a:t>
            </a:r>
            <a:r>
              <a:rPr lang="es-PE" sz="1600" dirty="0"/>
              <a:t> identifica claramente el documento relevante, los documentos irrelevantes reciben scores negativos.</a:t>
            </a:r>
          </a:p>
          <a:p>
            <a:endParaRPr lang="es-PE" sz="1600" dirty="0"/>
          </a:p>
          <a:p>
            <a:pPr marL="342900" indent="-342900">
              <a:buFont typeface="+mj-lt"/>
              <a:buAutoNum type="arabicPeriod" startAt="5"/>
            </a:pPr>
            <a:r>
              <a:rPr lang="es-PE" sz="1600" b="1" u="sng" dirty="0"/>
              <a:t>Generación con LLM (</a:t>
            </a:r>
            <a:r>
              <a:rPr lang="es-PE" sz="1600" b="1" u="sng" dirty="0" err="1"/>
              <a:t>Qwen</a:t>
            </a:r>
            <a:r>
              <a:rPr lang="es-PE" sz="1600" b="1" u="sng" dirty="0"/>
              <a:t>)</a:t>
            </a:r>
          </a:p>
          <a:p>
            <a:r>
              <a:rPr lang="es-PE" sz="1600" dirty="0"/>
              <a:t>Se obtiene una respuesta coherente respecto al </a:t>
            </a:r>
            <a:r>
              <a:rPr lang="es-PE" sz="1600" dirty="0" err="1"/>
              <a:t>query</a:t>
            </a:r>
            <a:r>
              <a:rPr lang="es-PE" sz="1600" dirty="0"/>
              <a:t> registrado.</a:t>
            </a:r>
          </a:p>
          <a:p>
            <a:endParaRPr lang="es-PE" sz="1600" dirty="0"/>
          </a:p>
          <a:p>
            <a:pPr marL="342900" indent="-342900">
              <a:buFont typeface="+mj-lt"/>
              <a:buAutoNum type="arabicPeriod" startAt="6"/>
            </a:pPr>
            <a:r>
              <a:rPr lang="es-PE" sz="1600" b="1" u="sng" dirty="0" err="1"/>
              <a:t>Citation</a:t>
            </a:r>
            <a:r>
              <a:rPr lang="es-PE" sz="1600" b="1" u="sng" dirty="0"/>
              <a:t> per </a:t>
            </a:r>
            <a:r>
              <a:rPr lang="es-PE" sz="1600" b="1" u="sng" dirty="0" err="1"/>
              <a:t>sentence</a:t>
            </a:r>
            <a:endParaRPr lang="es-PE" sz="1600" b="1" u="sng" dirty="0"/>
          </a:p>
          <a:p>
            <a:r>
              <a:rPr lang="es-PE" sz="1600" dirty="0"/>
              <a:t>Permite la trazabilidad de la información.</a:t>
            </a:r>
          </a:p>
          <a:p>
            <a:endParaRPr lang="es-PE" sz="1600" dirty="0"/>
          </a:p>
          <a:p>
            <a:pPr marL="342900" indent="-342900">
              <a:buFont typeface="+mj-lt"/>
              <a:buAutoNum type="arabicPeriod" startAt="7"/>
            </a:pPr>
            <a:r>
              <a:rPr lang="es-PE" sz="1600" b="1" u="sng" dirty="0" err="1"/>
              <a:t>Hallucination</a:t>
            </a:r>
            <a:r>
              <a:rPr lang="es-PE" sz="1600" b="1" u="sng" dirty="0"/>
              <a:t> </a:t>
            </a:r>
            <a:r>
              <a:rPr lang="es-PE" sz="1600" b="1" u="sng" dirty="0" err="1"/>
              <a:t>guard</a:t>
            </a:r>
            <a:endParaRPr lang="es-PE" sz="1600" b="1" u="sng" dirty="0"/>
          </a:p>
          <a:p>
            <a:r>
              <a:rPr lang="es-PE" sz="1600" dirty="0"/>
              <a:t>Verifica si la respuesta utiliza información que no aparece en el contexto recuperado.</a:t>
            </a:r>
          </a:p>
          <a:p>
            <a:endParaRPr lang="es-PE" sz="1600" dirty="0"/>
          </a:p>
          <a:p>
            <a:pPr marL="342900" indent="-342900">
              <a:buFont typeface="+mj-lt"/>
              <a:buAutoNum type="arabicPeriod" startAt="8"/>
            </a:pPr>
            <a:r>
              <a:rPr lang="es-PE" sz="1600" b="1" u="sng" dirty="0" err="1"/>
              <a:t>Grounding</a:t>
            </a:r>
            <a:r>
              <a:rPr lang="es-PE" sz="1600" b="1" u="sng" dirty="0"/>
              <a:t> </a:t>
            </a:r>
            <a:r>
              <a:rPr lang="es-PE" sz="1600" b="1" u="sng" dirty="0" err="1"/>
              <a:t>Evaluation</a:t>
            </a:r>
            <a:endParaRPr lang="es-PE" sz="1600" b="1" u="sng" dirty="0"/>
          </a:p>
          <a:p>
            <a:r>
              <a:rPr lang="es-PE" sz="1600" dirty="0"/>
              <a:t>Verifica  que la respuesta está fundamentada en el contexto y que el sistema evita alucinaciones.</a:t>
            </a:r>
          </a:p>
        </p:txBody>
      </p:sp>
    </p:spTree>
    <p:extLst>
      <p:ext uri="{BB962C8B-B14F-4D97-AF65-F5344CB8AC3E}">
        <p14:creationId xmlns:p14="http://schemas.microsoft.com/office/powerpoint/2010/main" val="2247159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A5B97-C34F-3DDF-37BF-DC9D7E9DD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BF8593-2864-188E-529E-3D33D26D6C0B}"/>
              </a:ext>
            </a:extLst>
          </p:cNvPr>
          <p:cNvSpPr txBox="1"/>
          <p:nvPr/>
        </p:nvSpPr>
        <p:spPr>
          <a:xfrm>
            <a:off x="334297" y="285135"/>
            <a:ext cx="115037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500" b="1" dirty="0"/>
              <a:t>9. Conclusiones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6F6908-9861-61C6-7FB2-2F738B597AB8}"/>
              </a:ext>
            </a:extLst>
          </p:cNvPr>
          <p:cNvSpPr txBox="1"/>
          <p:nvPr/>
        </p:nvSpPr>
        <p:spPr>
          <a:xfrm>
            <a:off x="334296" y="874455"/>
            <a:ext cx="117420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dirty="0"/>
              <a:t>El sistema RAG desarrollado: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1600" b="1" dirty="0"/>
              <a:t>recupera documentos relevantes mediante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1600" b="1" dirty="0"/>
              <a:t>mejora la precisión con </a:t>
            </a:r>
            <a:r>
              <a:rPr lang="es-PE" sz="1600" b="1" dirty="0" err="1"/>
              <a:t>reranking</a:t>
            </a:r>
            <a:endParaRPr lang="es-PE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1600" b="1" dirty="0"/>
              <a:t>genera respuestas coherentes usando </a:t>
            </a:r>
            <a:r>
              <a:rPr lang="es-PE" sz="1600" b="1" dirty="0" err="1"/>
              <a:t>Qwen</a:t>
            </a:r>
            <a:endParaRPr lang="es-PE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1600" b="1" dirty="0"/>
              <a:t>valida la respuesta mediante </a:t>
            </a:r>
            <a:r>
              <a:rPr lang="es-PE" sz="1600" b="1" dirty="0" err="1"/>
              <a:t>citation</a:t>
            </a:r>
            <a:r>
              <a:rPr lang="es-PE" sz="1600" b="1" dirty="0"/>
              <a:t> y </a:t>
            </a:r>
            <a:r>
              <a:rPr lang="es-PE" sz="1600" b="1" dirty="0" err="1"/>
              <a:t>grounding</a:t>
            </a:r>
            <a:endParaRPr lang="es-PE" sz="1600" dirty="0"/>
          </a:p>
        </p:txBody>
      </p:sp>
    </p:spTree>
    <p:extLst>
      <p:ext uri="{BB962C8B-B14F-4D97-AF65-F5344CB8AC3E}">
        <p14:creationId xmlns:p14="http://schemas.microsoft.com/office/powerpoint/2010/main" val="1733745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1013</TotalTime>
  <Words>1896</Words>
  <Application>Microsoft Office PowerPoint</Application>
  <PresentationFormat>Panorámica</PresentationFormat>
  <Paragraphs>229</Paragraphs>
  <Slides>14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Gabriel Gutiérrez Rosales</dc:creator>
  <cp:lastModifiedBy>GIANELLA FORTTINI</cp:lastModifiedBy>
  <cp:revision>1</cp:revision>
  <dcterms:created xsi:type="dcterms:W3CDTF">2026-03-09T17:19:49Z</dcterms:created>
  <dcterms:modified xsi:type="dcterms:W3CDTF">2026-03-11T23:56:32Z</dcterms:modified>
</cp:coreProperties>
</file>